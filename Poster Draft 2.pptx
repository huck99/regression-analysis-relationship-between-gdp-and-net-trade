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 id="2147483683" r:id="rId3"/>
  </p:sldMasterIdLst>
  <p:notesMasterIdLst>
    <p:notesMasterId r:id="rId5"/>
  </p:notesMasterIdLst>
  <p:sldIdLst>
    <p:sldId id="256" r:id="rId4"/>
  </p:sldIdLst>
  <p:sldSz cx="43891200" cy="32918400"/>
  <p:notesSz cx="6858000" cy="9144000"/>
  <p:embeddedFontLst>
    <p:embeddedFont>
      <p:font typeface="Arial Black" panose="020B0A04020102020204" pitchFamily="34" charset="0"/>
      <p:regular r:id="rId6"/>
      <p:bold r:id="rId7"/>
    </p:embeddedFont>
    <p:embeddedFont>
      <p:font typeface="Arial Narrow" panose="020B0606020202030204" pitchFamily="3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552">
          <p15:clr>
            <a:srgbClr val="000000"/>
          </p15:clr>
        </p15:guide>
        <p15:guide id="2" orient="horz" pos="20285">
          <p15:clr>
            <a:srgbClr val="000000"/>
          </p15:clr>
        </p15:guide>
        <p15:guide id="3" pos="437">
          <p15:clr>
            <a:srgbClr val="000000"/>
          </p15:clr>
        </p15:guide>
        <p15:guide id="4" pos="6725">
          <p15:clr>
            <a:srgbClr val="000000"/>
          </p15:clr>
        </p15:guide>
        <p15:guide id="5" pos="7238">
          <p15:clr>
            <a:srgbClr val="000000"/>
          </p15:clr>
        </p15:guide>
        <p15:guide id="6" pos="13526">
          <p15:clr>
            <a:srgbClr val="000000"/>
          </p15:clr>
        </p15:guide>
        <p15:guide id="7" pos="14030">
          <p15:clr>
            <a:srgbClr val="000000"/>
          </p15:clr>
        </p15:guide>
        <p15:guide id="8" pos="20318">
          <p15:clr>
            <a:srgbClr val="000000"/>
          </p15:clr>
        </p15:guide>
        <p15:guide id="9" pos="20837">
          <p15:clr>
            <a:srgbClr val="000000"/>
          </p15:clr>
        </p15:guide>
        <p15:guide id="10" pos="27125">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7" d="100"/>
          <a:sy n="37" d="100"/>
        </p:scale>
        <p:origin x="-4000" y="-2260"/>
      </p:cViewPr>
      <p:guideLst>
        <p:guide orient="horz" pos="3552"/>
        <p:guide orient="horz" pos="20285"/>
        <p:guide pos="437"/>
        <p:guide pos="6725"/>
        <p:guide pos="7238"/>
        <p:guide pos="13526"/>
        <p:guide pos="14030"/>
        <p:guide pos="20318"/>
        <p:guide pos="20837"/>
        <p:guide pos="2712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font" Target="fonts/font2.fntdata"/><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tableStyles" Target="tableStyles.xml"/><Relationship Id="rId10" Type="http://schemas.openxmlformats.org/officeDocument/2006/relationships/font" Target="fonts/font5.fntdata"/><Relationship Id="rId4" Type="http://schemas.openxmlformats.org/officeDocument/2006/relationships/slide" Target="slides/slide1.xml"/><Relationship Id="rId9" Type="http://schemas.openxmlformats.org/officeDocument/2006/relationships/font" Target="fonts/font4.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2pPr>
            <a:lvl3pPr marR="0" lvl="2"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3pPr>
            <a:lvl4pPr marR="0" lvl="3"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4pPr>
            <a:lvl5pPr marR="0" lvl="4"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5pPr>
            <a:lvl6pPr marR="0" lvl="5"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6pPr>
            <a:lvl7pPr marR="0" lvl="6"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7pPr>
            <a:lvl8pPr marR="0" lvl="7"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8pPr>
            <a:lvl9pPr marR="0" lvl="8"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2pPr>
            <a:lvl3pPr marR="0" lvl="2"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3pPr>
            <a:lvl4pPr marR="0" lvl="3"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4pPr>
            <a:lvl5pPr marR="0" lvl="4"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5pPr>
            <a:lvl6pPr marR="0" lvl="5"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6pPr>
            <a:lvl7pPr marR="0" lvl="6"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7pPr>
            <a:lvl8pPr marR="0" lvl="7"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8pPr>
            <a:lvl9pPr marR="0" lvl="8"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2pPr>
            <a:lvl3pPr marR="0" lvl="2"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3pPr>
            <a:lvl4pPr marR="0" lvl="3"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4pPr>
            <a:lvl5pPr marR="0" lvl="4"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5pPr>
            <a:lvl6pPr marR="0" lvl="5"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6pPr>
            <a:lvl7pPr marR="0" lvl="6"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7pPr>
            <a:lvl8pPr marR="0" lvl="7"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8pPr>
            <a:lvl9pPr marR="0" lvl="8" algn="l" rtl="0">
              <a:lnSpc>
                <a:spcPct val="100000"/>
              </a:lnSpc>
              <a:spcBef>
                <a:spcPts val="0"/>
              </a:spcBef>
              <a:spcAft>
                <a:spcPts val="0"/>
              </a:spcAft>
              <a:buSzPts val="1400"/>
              <a:buNone/>
              <a:defRPr sz="2900" b="0" i="0" u="none" strike="noStrike" cap="none">
                <a:solidFill>
                  <a:srgbClr val="000000"/>
                </a:solidFill>
                <a:latin typeface="Arial Narrow"/>
                <a:ea typeface="Arial Narrow"/>
                <a:cs typeface="Arial Narrow"/>
                <a:sym typeface="Arial Narrow"/>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900"/>
              <a:buFont typeface="Arial Narrow"/>
              <a:buNone/>
            </a:pPr>
            <a:fld id="{00000000-1234-1234-1234-123412341234}" type="slidenum">
              <a:rPr lang="en-US" sz="2900" b="0" i="0" u="none">
                <a:solidFill>
                  <a:srgbClr val="000000"/>
                </a:solidFill>
                <a:latin typeface="Arial Narrow"/>
                <a:ea typeface="Arial Narrow"/>
                <a:cs typeface="Arial Narrow"/>
                <a:sym typeface="Arial Narrow"/>
              </a:rPr>
              <a:t>1</a:t>
            </a:fld>
            <a:endParaRPr/>
          </a:p>
        </p:txBody>
      </p:sp>
      <p:sp>
        <p:nvSpPr>
          <p:cNvPr id="148" name="Google Shape;14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2"/>
          <p:cNvSpPr txBox="1">
            <a:spLocks noGrp="1"/>
          </p:cNvSpPr>
          <p:nvPr>
            <p:ph type="ctrTitle"/>
          </p:nvPr>
        </p:nvSpPr>
        <p:spPr>
          <a:xfrm>
            <a:off x="3292475" y="10226675"/>
            <a:ext cx="37306250" cy="705485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 name="Google Shape;22;p2"/>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spcBef>
                <a:spcPts val="580"/>
              </a:spcBef>
              <a:spcAft>
                <a:spcPts val="0"/>
              </a:spcAft>
              <a:buClr>
                <a:schemeClr val="dk1"/>
              </a:buClr>
              <a:buSzPts val="2900"/>
              <a:buFont typeface="Arial"/>
              <a:buNone/>
              <a:defRPr/>
            </a:lvl1pPr>
            <a:lvl2pPr lvl="1" algn="ctr">
              <a:spcBef>
                <a:spcPts val="580"/>
              </a:spcBef>
              <a:spcAft>
                <a:spcPts val="0"/>
              </a:spcAft>
              <a:buClr>
                <a:schemeClr val="dk1"/>
              </a:buClr>
              <a:buSzPts val="2900"/>
              <a:buFont typeface="Arial"/>
              <a:buNone/>
              <a:defRPr/>
            </a:lvl2pPr>
            <a:lvl3pPr lvl="2" algn="ctr">
              <a:spcBef>
                <a:spcPts val="480"/>
              </a:spcBef>
              <a:spcAft>
                <a:spcPts val="0"/>
              </a:spcAft>
              <a:buClr>
                <a:schemeClr val="dk1"/>
              </a:buClr>
              <a:buSzPts val="2400"/>
              <a:buFont typeface="Arial"/>
              <a:buNone/>
              <a:defRPr/>
            </a:lvl3pPr>
            <a:lvl4pPr lvl="3" algn="ctr">
              <a:spcBef>
                <a:spcPts val="380"/>
              </a:spcBef>
              <a:spcAft>
                <a:spcPts val="0"/>
              </a:spcAft>
              <a:buClr>
                <a:schemeClr val="dk1"/>
              </a:buClr>
              <a:buSzPts val="1900"/>
              <a:buFont typeface="Arial"/>
              <a:buNone/>
              <a:defRPr/>
            </a:lvl4pPr>
            <a:lvl5pPr lvl="4" algn="ctr">
              <a:spcBef>
                <a:spcPts val="380"/>
              </a:spcBef>
              <a:spcAft>
                <a:spcPts val="0"/>
              </a:spcAft>
              <a:buClr>
                <a:schemeClr val="dk1"/>
              </a:buClr>
              <a:buSzPts val="1900"/>
              <a:buFont typeface="Arial"/>
              <a:buNone/>
              <a:defRPr/>
            </a:lvl5pPr>
            <a:lvl6pPr lvl="5" algn="ctr">
              <a:spcBef>
                <a:spcPts val="380"/>
              </a:spcBef>
              <a:spcAft>
                <a:spcPts val="0"/>
              </a:spcAft>
              <a:buClr>
                <a:schemeClr val="dk1"/>
              </a:buClr>
              <a:buSzPts val="1900"/>
              <a:buFont typeface="Arial"/>
              <a:buNone/>
              <a:defRPr/>
            </a:lvl6pPr>
            <a:lvl7pPr lvl="6" algn="ctr">
              <a:spcBef>
                <a:spcPts val="380"/>
              </a:spcBef>
              <a:spcAft>
                <a:spcPts val="0"/>
              </a:spcAft>
              <a:buClr>
                <a:schemeClr val="dk1"/>
              </a:buClr>
              <a:buSzPts val="1900"/>
              <a:buFont typeface="Arial"/>
              <a:buNone/>
              <a:defRPr/>
            </a:lvl7pPr>
            <a:lvl8pPr lvl="7" algn="ctr">
              <a:spcBef>
                <a:spcPts val="380"/>
              </a:spcBef>
              <a:spcAft>
                <a:spcPts val="0"/>
              </a:spcAft>
              <a:buClr>
                <a:schemeClr val="dk1"/>
              </a:buClr>
              <a:buSzPts val="1900"/>
              <a:buFont typeface="Arial"/>
              <a:buNone/>
              <a:defRPr/>
            </a:lvl8pPr>
            <a:lvl9pPr lvl="8" algn="ctr">
              <a:spcBef>
                <a:spcPts val="380"/>
              </a:spcBef>
              <a:spcAft>
                <a:spcPts val="0"/>
              </a:spcAft>
              <a:buClr>
                <a:schemeClr val="dk1"/>
              </a:buClr>
              <a:buSzPts val="1900"/>
              <a:buFont typeface="Arial"/>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rot="5400000">
            <a:off x="22146419" y="11464132"/>
            <a:ext cx="30929263" cy="1054735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 name="Google Shape;25;p3"/>
          <p:cNvSpPr txBox="1">
            <a:spLocks noGrp="1"/>
          </p:cNvSpPr>
          <p:nvPr>
            <p:ph type="body" idx="1"/>
          </p:nvPr>
        </p:nvSpPr>
        <p:spPr>
          <a:xfrm rot="5400000">
            <a:off x="974725" y="992188"/>
            <a:ext cx="30929263" cy="31491237"/>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 name="Google Shape;28;p4"/>
          <p:cNvSpPr txBox="1">
            <a:spLocks noGrp="1"/>
          </p:cNvSpPr>
          <p:nvPr>
            <p:ph type="body" idx="1"/>
          </p:nvPr>
        </p:nvSpPr>
        <p:spPr>
          <a:xfrm rot="5400000">
            <a:off x="-7600950" y="13933488"/>
            <a:ext cx="26563637" cy="9974262"/>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602663" y="23042563"/>
            <a:ext cx="26335037" cy="2720975"/>
          </a:xfrm>
          <a:prstGeom prst="rect">
            <a:avLst/>
          </a:prstGeom>
          <a:noFill/>
          <a:ln>
            <a:noFill/>
          </a:ln>
        </p:spPr>
        <p:txBody>
          <a:bodyPr spcFirstLastPara="1" wrap="square" lIns="91250" tIns="45600" rIns="91250" bIns="456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5"/>
          <p:cNvSpPr>
            <a:spLocks noGrp="1"/>
          </p:cNvSpPr>
          <p:nvPr>
            <p:ph type="pic" idx="2"/>
          </p:nvPr>
        </p:nvSpPr>
        <p:spPr>
          <a:xfrm>
            <a:off x="8602663" y="2941638"/>
            <a:ext cx="26335037" cy="19750087"/>
          </a:xfrm>
          <a:prstGeom prst="rect">
            <a:avLst/>
          </a:prstGeom>
          <a:noFill/>
          <a:ln>
            <a:noFill/>
          </a:ln>
        </p:spPr>
      </p:sp>
      <p:sp>
        <p:nvSpPr>
          <p:cNvPr id="32" name="Google Shape;32;p5"/>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193925" y="1311275"/>
            <a:ext cx="14439900" cy="5576888"/>
          </a:xfrm>
          <a:prstGeom prst="rect">
            <a:avLst/>
          </a:prstGeom>
          <a:noFill/>
          <a:ln>
            <a:noFill/>
          </a:ln>
        </p:spPr>
        <p:txBody>
          <a:bodyPr spcFirstLastPara="1" wrap="square" lIns="91250" tIns="45600" rIns="91250" bIns="456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36" name="Google Shape;36;p6"/>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2193925" y="1317625"/>
            <a:ext cx="39503350" cy="548640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3" name="Google Shape;43;p9"/>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4" name="Google Shape;44;p9"/>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5" name="Google Shape;45;p9"/>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10"/>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10"/>
          <p:cNvSpPr txBox="1">
            <a:spLocks noGrp="1"/>
          </p:cNvSpPr>
          <p:nvPr>
            <p:ph type="body" idx="1"/>
          </p:nvPr>
        </p:nvSpPr>
        <p:spPr>
          <a:xfrm>
            <a:off x="693738" y="5638800"/>
            <a:ext cx="4910137" cy="26563638"/>
          </a:xfrm>
          <a:prstGeom prst="rect">
            <a:avLst/>
          </a:prstGeom>
          <a:noFill/>
          <a:ln>
            <a:noFill/>
          </a:ln>
        </p:spPr>
        <p:txBody>
          <a:bodyPr spcFirstLastPara="1" wrap="square" lIns="456400" tIns="456400" rIns="456400" bIns="4564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9" name="Google Shape;49;p10"/>
          <p:cNvSpPr txBox="1">
            <a:spLocks noGrp="1"/>
          </p:cNvSpPr>
          <p:nvPr>
            <p:ph type="body" idx="2"/>
          </p:nvPr>
        </p:nvSpPr>
        <p:spPr>
          <a:xfrm>
            <a:off x="5756275" y="5638800"/>
            <a:ext cx="4911725" cy="26563638"/>
          </a:xfrm>
          <a:prstGeom prst="rect">
            <a:avLst/>
          </a:prstGeom>
          <a:noFill/>
          <a:ln>
            <a:noFill/>
          </a:ln>
        </p:spPr>
        <p:txBody>
          <a:bodyPr spcFirstLastPara="1" wrap="square" lIns="456400" tIns="456400" rIns="456400" bIns="4564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3467100" y="21153438"/>
            <a:ext cx="37307838" cy="6537325"/>
          </a:xfrm>
          <a:prstGeom prst="rect">
            <a:avLst/>
          </a:prstGeom>
          <a:noFill/>
          <a:ln>
            <a:noFill/>
          </a:ln>
        </p:spPr>
        <p:txBody>
          <a:bodyPr spcFirstLastPara="1" wrap="square" lIns="91250" tIns="45600" rIns="91250" bIns="456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11"/>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spcBef>
                <a:spcPts val="400"/>
              </a:spcBef>
              <a:spcAft>
                <a:spcPts val="0"/>
              </a:spcAft>
              <a:buClr>
                <a:schemeClr val="dk1"/>
              </a:buClr>
              <a:buSzPts val="2000"/>
              <a:buFont typeface="Arial"/>
              <a:buNone/>
              <a:defRPr sz="2000"/>
            </a:lvl1pPr>
            <a:lvl2pPr marL="914400" lvl="1" indent="-228600" algn="l">
              <a:spcBef>
                <a:spcPts val="360"/>
              </a:spcBef>
              <a:spcAft>
                <a:spcPts val="0"/>
              </a:spcAft>
              <a:buClr>
                <a:schemeClr val="dk1"/>
              </a:buClr>
              <a:buSzPts val="1800"/>
              <a:buFont typeface="Arial"/>
              <a:buNone/>
              <a:defRPr sz="1800"/>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12"/>
          <p:cNvSpPr txBox="1">
            <a:spLocks noGrp="1"/>
          </p:cNvSpPr>
          <p:nvPr>
            <p:ph type="body" idx="1"/>
          </p:nvPr>
        </p:nvSpPr>
        <p:spPr>
          <a:xfrm>
            <a:off x="693737" y="5638800"/>
            <a:ext cx="9974262" cy="26563637"/>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rot="5400000">
            <a:off x="22146419" y="11464132"/>
            <a:ext cx="30929263" cy="1054735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4"/>
          <p:cNvSpPr txBox="1">
            <a:spLocks noGrp="1"/>
          </p:cNvSpPr>
          <p:nvPr>
            <p:ph type="body" idx="1"/>
          </p:nvPr>
        </p:nvSpPr>
        <p:spPr>
          <a:xfrm rot="5400000">
            <a:off x="974725" y="992188"/>
            <a:ext cx="30929263" cy="31491237"/>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15"/>
          <p:cNvSpPr txBox="1">
            <a:spLocks noGrp="1"/>
          </p:cNvSpPr>
          <p:nvPr>
            <p:ph type="body" idx="1"/>
          </p:nvPr>
        </p:nvSpPr>
        <p:spPr>
          <a:xfrm rot="5400000">
            <a:off x="-7600950" y="13933488"/>
            <a:ext cx="26563637" cy="9974262"/>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8602663" y="23042563"/>
            <a:ext cx="26335037" cy="2720975"/>
          </a:xfrm>
          <a:prstGeom prst="rect">
            <a:avLst/>
          </a:prstGeom>
          <a:noFill/>
          <a:ln>
            <a:noFill/>
          </a:ln>
        </p:spPr>
        <p:txBody>
          <a:bodyPr spcFirstLastPara="1" wrap="square" lIns="91250" tIns="45600" rIns="91250" bIns="456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6"/>
          <p:cNvSpPr>
            <a:spLocks noGrp="1"/>
          </p:cNvSpPr>
          <p:nvPr>
            <p:ph type="pic" idx="2"/>
          </p:nvPr>
        </p:nvSpPr>
        <p:spPr>
          <a:xfrm>
            <a:off x="8602663" y="2941638"/>
            <a:ext cx="26335037" cy="19750087"/>
          </a:xfrm>
          <a:prstGeom prst="rect">
            <a:avLst/>
          </a:prstGeom>
          <a:noFill/>
          <a:ln>
            <a:noFill/>
          </a:ln>
        </p:spPr>
      </p:sp>
      <p:sp>
        <p:nvSpPr>
          <p:cNvPr id="75" name="Google Shape;75;p16"/>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193925" y="1311275"/>
            <a:ext cx="14439900" cy="5576888"/>
          </a:xfrm>
          <a:prstGeom prst="rect">
            <a:avLst/>
          </a:prstGeom>
          <a:noFill/>
          <a:ln>
            <a:noFill/>
          </a:ln>
        </p:spPr>
        <p:txBody>
          <a:bodyPr spcFirstLastPara="1" wrap="square" lIns="91250" tIns="45600" rIns="91250" bIns="456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17"/>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79" name="Google Shape;79;p17"/>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2193925" y="1317625"/>
            <a:ext cx="39503350" cy="548640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5" name="Google Shape;85;p20"/>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86" name="Google Shape;86;p20"/>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87" name="Google Shape;87;p20"/>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88" name="Google Shape;88;p20"/>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1" name="Google Shape;91;p21"/>
          <p:cNvSpPr txBox="1">
            <a:spLocks noGrp="1"/>
          </p:cNvSpPr>
          <p:nvPr>
            <p:ph type="body" idx="1"/>
          </p:nvPr>
        </p:nvSpPr>
        <p:spPr>
          <a:xfrm>
            <a:off x="693738" y="5638800"/>
            <a:ext cx="4910137" cy="26563638"/>
          </a:xfrm>
          <a:prstGeom prst="rect">
            <a:avLst/>
          </a:prstGeom>
          <a:noFill/>
          <a:ln>
            <a:noFill/>
          </a:ln>
        </p:spPr>
        <p:txBody>
          <a:bodyPr spcFirstLastPara="1" wrap="square" lIns="456400" tIns="456400" rIns="456400" bIns="4564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92" name="Google Shape;92;p21"/>
          <p:cNvSpPr txBox="1">
            <a:spLocks noGrp="1"/>
          </p:cNvSpPr>
          <p:nvPr>
            <p:ph type="body" idx="2"/>
          </p:nvPr>
        </p:nvSpPr>
        <p:spPr>
          <a:xfrm>
            <a:off x="5756275" y="5638800"/>
            <a:ext cx="4911725" cy="26563638"/>
          </a:xfrm>
          <a:prstGeom prst="rect">
            <a:avLst/>
          </a:prstGeom>
          <a:noFill/>
          <a:ln>
            <a:noFill/>
          </a:ln>
        </p:spPr>
        <p:txBody>
          <a:bodyPr spcFirstLastPara="1" wrap="square" lIns="456400" tIns="456400" rIns="456400" bIns="4564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3"/>
        <p:cNvGrpSpPr/>
        <p:nvPr/>
      </p:nvGrpSpPr>
      <p:grpSpPr>
        <a:xfrm>
          <a:off x="0" y="0"/>
          <a:ext cx="0" cy="0"/>
          <a:chOff x="0" y="0"/>
          <a:chExt cx="0" cy="0"/>
        </a:xfrm>
      </p:grpSpPr>
      <p:sp>
        <p:nvSpPr>
          <p:cNvPr id="94" name="Google Shape;94;p22"/>
          <p:cNvSpPr txBox="1">
            <a:spLocks noGrp="1"/>
          </p:cNvSpPr>
          <p:nvPr>
            <p:ph type="title"/>
          </p:nvPr>
        </p:nvSpPr>
        <p:spPr>
          <a:xfrm>
            <a:off x="3467100" y="21153438"/>
            <a:ext cx="37307838" cy="6537325"/>
          </a:xfrm>
          <a:prstGeom prst="rect">
            <a:avLst/>
          </a:prstGeom>
          <a:noFill/>
          <a:ln>
            <a:noFill/>
          </a:ln>
        </p:spPr>
        <p:txBody>
          <a:bodyPr spcFirstLastPara="1" wrap="square" lIns="91250" tIns="45600" rIns="91250" bIns="456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5" name="Google Shape;95;p22"/>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spcBef>
                <a:spcPts val="400"/>
              </a:spcBef>
              <a:spcAft>
                <a:spcPts val="0"/>
              </a:spcAft>
              <a:buClr>
                <a:schemeClr val="dk1"/>
              </a:buClr>
              <a:buSzPts val="2000"/>
              <a:buFont typeface="Arial"/>
              <a:buNone/>
              <a:defRPr sz="2000"/>
            </a:lvl1pPr>
            <a:lvl2pPr marL="914400" lvl="1" indent="-228600" algn="l">
              <a:spcBef>
                <a:spcPts val="360"/>
              </a:spcBef>
              <a:spcAft>
                <a:spcPts val="0"/>
              </a:spcAft>
              <a:buClr>
                <a:schemeClr val="dk1"/>
              </a:buClr>
              <a:buSzPts val="1800"/>
              <a:buFont typeface="Arial"/>
              <a:buNone/>
              <a:defRPr sz="1800"/>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8" name="Google Shape;98;p23"/>
          <p:cNvSpPr txBox="1">
            <a:spLocks noGrp="1"/>
          </p:cNvSpPr>
          <p:nvPr>
            <p:ph type="body" idx="1"/>
          </p:nvPr>
        </p:nvSpPr>
        <p:spPr>
          <a:xfrm>
            <a:off x="693737" y="5638800"/>
            <a:ext cx="9974262" cy="26563637"/>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9"/>
        <p:cNvGrpSpPr/>
        <p:nvPr/>
      </p:nvGrpSpPr>
      <p:grpSpPr>
        <a:xfrm>
          <a:off x="0" y="0"/>
          <a:ext cx="0" cy="0"/>
          <a:chOff x="0" y="0"/>
          <a:chExt cx="0" cy="0"/>
        </a:xfrm>
      </p:grpSpPr>
      <p:sp>
        <p:nvSpPr>
          <p:cNvPr id="100" name="Google Shape;100;p24"/>
          <p:cNvSpPr txBox="1">
            <a:spLocks noGrp="1"/>
          </p:cNvSpPr>
          <p:nvPr>
            <p:ph type="ctrTitle"/>
          </p:nvPr>
        </p:nvSpPr>
        <p:spPr>
          <a:xfrm>
            <a:off x="3292475" y="10226675"/>
            <a:ext cx="37306250" cy="705485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1" name="Google Shape;101;p2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spcBef>
                <a:spcPts val="580"/>
              </a:spcBef>
              <a:spcAft>
                <a:spcPts val="0"/>
              </a:spcAft>
              <a:buClr>
                <a:schemeClr val="dk1"/>
              </a:buClr>
              <a:buSzPts val="2900"/>
              <a:buFont typeface="Arial"/>
              <a:buNone/>
              <a:defRPr/>
            </a:lvl1pPr>
            <a:lvl2pPr lvl="1" algn="ctr">
              <a:spcBef>
                <a:spcPts val="580"/>
              </a:spcBef>
              <a:spcAft>
                <a:spcPts val="0"/>
              </a:spcAft>
              <a:buClr>
                <a:schemeClr val="dk1"/>
              </a:buClr>
              <a:buSzPts val="2900"/>
              <a:buFont typeface="Arial"/>
              <a:buNone/>
              <a:defRPr/>
            </a:lvl2pPr>
            <a:lvl3pPr lvl="2" algn="ctr">
              <a:spcBef>
                <a:spcPts val="480"/>
              </a:spcBef>
              <a:spcAft>
                <a:spcPts val="0"/>
              </a:spcAft>
              <a:buClr>
                <a:schemeClr val="dk1"/>
              </a:buClr>
              <a:buSzPts val="2400"/>
              <a:buFont typeface="Arial"/>
              <a:buNone/>
              <a:defRPr/>
            </a:lvl3pPr>
            <a:lvl4pPr lvl="3" algn="ctr">
              <a:spcBef>
                <a:spcPts val="380"/>
              </a:spcBef>
              <a:spcAft>
                <a:spcPts val="0"/>
              </a:spcAft>
              <a:buClr>
                <a:schemeClr val="dk1"/>
              </a:buClr>
              <a:buSzPts val="1900"/>
              <a:buFont typeface="Arial"/>
              <a:buNone/>
              <a:defRPr/>
            </a:lvl4pPr>
            <a:lvl5pPr lvl="4" algn="ctr">
              <a:spcBef>
                <a:spcPts val="380"/>
              </a:spcBef>
              <a:spcAft>
                <a:spcPts val="0"/>
              </a:spcAft>
              <a:buClr>
                <a:schemeClr val="dk1"/>
              </a:buClr>
              <a:buSzPts val="1900"/>
              <a:buFont typeface="Arial"/>
              <a:buNone/>
              <a:defRPr/>
            </a:lvl5pPr>
            <a:lvl6pPr lvl="5" algn="ctr">
              <a:spcBef>
                <a:spcPts val="380"/>
              </a:spcBef>
              <a:spcAft>
                <a:spcPts val="0"/>
              </a:spcAft>
              <a:buClr>
                <a:schemeClr val="dk1"/>
              </a:buClr>
              <a:buSzPts val="1900"/>
              <a:buFont typeface="Arial"/>
              <a:buNone/>
              <a:defRPr/>
            </a:lvl6pPr>
            <a:lvl7pPr lvl="6" algn="ctr">
              <a:spcBef>
                <a:spcPts val="380"/>
              </a:spcBef>
              <a:spcAft>
                <a:spcPts val="0"/>
              </a:spcAft>
              <a:buClr>
                <a:schemeClr val="dk1"/>
              </a:buClr>
              <a:buSzPts val="1900"/>
              <a:buFont typeface="Arial"/>
              <a:buNone/>
              <a:defRPr/>
            </a:lvl7pPr>
            <a:lvl8pPr lvl="7" algn="ctr">
              <a:spcBef>
                <a:spcPts val="380"/>
              </a:spcBef>
              <a:spcAft>
                <a:spcPts val="0"/>
              </a:spcAft>
              <a:buClr>
                <a:schemeClr val="dk1"/>
              </a:buClr>
              <a:buSzPts val="1900"/>
              <a:buFont typeface="Arial"/>
              <a:buNone/>
              <a:defRPr/>
            </a:lvl8pPr>
            <a:lvl9pPr lvl="8" algn="ctr">
              <a:spcBef>
                <a:spcPts val="380"/>
              </a:spcBef>
              <a:spcAft>
                <a:spcPts val="0"/>
              </a:spcAft>
              <a:buClr>
                <a:schemeClr val="dk1"/>
              </a:buClr>
              <a:buSzPts val="1900"/>
              <a:buFont typeface="Arial"/>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0"/>
        <p:cNvGrpSpPr/>
        <p:nvPr/>
      </p:nvGrpSpPr>
      <p:grpSpPr>
        <a:xfrm>
          <a:off x="0" y="0"/>
          <a:ext cx="0" cy="0"/>
          <a:chOff x="0" y="0"/>
          <a:chExt cx="0" cy="0"/>
        </a:xfrm>
      </p:grpSpPr>
      <p:sp>
        <p:nvSpPr>
          <p:cNvPr id="111" name="Google Shape;111;p26"/>
          <p:cNvSpPr txBox="1">
            <a:spLocks noGrp="1"/>
          </p:cNvSpPr>
          <p:nvPr>
            <p:ph type="title"/>
          </p:nvPr>
        </p:nvSpPr>
        <p:spPr>
          <a:xfrm rot="5400000">
            <a:off x="22146419" y="11464132"/>
            <a:ext cx="30929263" cy="1054735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2" name="Google Shape;112;p26"/>
          <p:cNvSpPr txBox="1">
            <a:spLocks noGrp="1"/>
          </p:cNvSpPr>
          <p:nvPr>
            <p:ph type="body" idx="1"/>
          </p:nvPr>
        </p:nvSpPr>
        <p:spPr>
          <a:xfrm rot="5400000">
            <a:off x="974725" y="992188"/>
            <a:ext cx="30929263" cy="31491237"/>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7"/>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5" name="Google Shape;115;p27"/>
          <p:cNvSpPr txBox="1">
            <a:spLocks noGrp="1"/>
          </p:cNvSpPr>
          <p:nvPr>
            <p:ph type="body" idx="1"/>
          </p:nvPr>
        </p:nvSpPr>
        <p:spPr>
          <a:xfrm rot="5400000">
            <a:off x="8507412" y="-2174875"/>
            <a:ext cx="26563637" cy="42190987"/>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6"/>
        <p:cNvGrpSpPr/>
        <p:nvPr/>
      </p:nvGrpSpPr>
      <p:grpSpPr>
        <a:xfrm>
          <a:off x="0" y="0"/>
          <a:ext cx="0" cy="0"/>
          <a:chOff x="0" y="0"/>
          <a:chExt cx="0" cy="0"/>
        </a:xfrm>
      </p:grpSpPr>
      <p:sp>
        <p:nvSpPr>
          <p:cNvPr id="117" name="Google Shape;117;p28"/>
          <p:cNvSpPr txBox="1">
            <a:spLocks noGrp="1"/>
          </p:cNvSpPr>
          <p:nvPr>
            <p:ph type="title"/>
          </p:nvPr>
        </p:nvSpPr>
        <p:spPr>
          <a:xfrm>
            <a:off x="8602663" y="23042563"/>
            <a:ext cx="26335037" cy="2720975"/>
          </a:xfrm>
          <a:prstGeom prst="rect">
            <a:avLst/>
          </a:prstGeom>
          <a:noFill/>
          <a:ln>
            <a:noFill/>
          </a:ln>
        </p:spPr>
        <p:txBody>
          <a:bodyPr spcFirstLastPara="1" wrap="square" lIns="91250" tIns="45600" rIns="91250" bIns="456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8" name="Google Shape;118;p28"/>
          <p:cNvSpPr>
            <a:spLocks noGrp="1"/>
          </p:cNvSpPr>
          <p:nvPr>
            <p:ph type="pic" idx="2"/>
          </p:nvPr>
        </p:nvSpPr>
        <p:spPr>
          <a:xfrm>
            <a:off x="8602663" y="2941638"/>
            <a:ext cx="26335037" cy="19750087"/>
          </a:xfrm>
          <a:prstGeom prst="rect">
            <a:avLst/>
          </a:prstGeom>
          <a:noFill/>
          <a:ln>
            <a:noFill/>
          </a:ln>
        </p:spPr>
      </p:sp>
      <p:sp>
        <p:nvSpPr>
          <p:cNvPr id="119" name="Google Shape;119;p28"/>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0"/>
        <p:cNvGrpSpPr/>
        <p:nvPr/>
      </p:nvGrpSpPr>
      <p:grpSpPr>
        <a:xfrm>
          <a:off x="0" y="0"/>
          <a:ext cx="0" cy="0"/>
          <a:chOff x="0" y="0"/>
          <a:chExt cx="0" cy="0"/>
        </a:xfrm>
      </p:grpSpPr>
      <p:sp>
        <p:nvSpPr>
          <p:cNvPr id="121" name="Google Shape;121;p29"/>
          <p:cNvSpPr txBox="1">
            <a:spLocks noGrp="1"/>
          </p:cNvSpPr>
          <p:nvPr>
            <p:ph type="title"/>
          </p:nvPr>
        </p:nvSpPr>
        <p:spPr>
          <a:xfrm>
            <a:off x="2193925" y="1311275"/>
            <a:ext cx="14439900" cy="5576888"/>
          </a:xfrm>
          <a:prstGeom prst="rect">
            <a:avLst/>
          </a:prstGeom>
          <a:noFill/>
          <a:ln>
            <a:noFill/>
          </a:ln>
        </p:spPr>
        <p:txBody>
          <a:bodyPr spcFirstLastPara="1" wrap="square" lIns="91250" tIns="45600" rIns="91250" bIns="456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2" name="Google Shape;122;p29"/>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123" name="Google Shape;123;p29"/>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5"/>
        <p:cNvGrpSpPr/>
        <p:nvPr/>
      </p:nvGrpSpPr>
      <p:grpSpPr>
        <a:xfrm>
          <a:off x="0" y="0"/>
          <a:ext cx="0" cy="0"/>
          <a:chOff x="0" y="0"/>
          <a:chExt cx="0" cy="0"/>
        </a:xfrm>
      </p:grpSpPr>
      <p:sp>
        <p:nvSpPr>
          <p:cNvPr id="126" name="Google Shape;126;p31"/>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7"/>
        <p:cNvGrpSpPr/>
        <p:nvPr/>
      </p:nvGrpSpPr>
      <p:grpSpPr>
        <a:xfrm>
          <a:off x="0" y="0"/>
          <a:ext cx="0" cy="0"/>
          <a:chOff x="0" y="0"/>
          <a:chExt cx="0" cy="0"/>
        </a:xfrm>
      </p:grpSpPr>
      <p:sp>
        <p:nvSpPr>
          <p:cNvPr id="128" name="Google Shape;128;p32"/>
          <p:cNvSpPr txBox="1">
            <a:spLocks noGrp="1"/>
          </p:cNvSpPr>
          <p:nvPr>
            <p:ph type="title"/>
          </p:nvPr>
        </p:nvSpPr>
        <p:spPr>
          <a:xfrm>
            <a:off x="2193925" y="1317625"/>
            <a:ext cx="39503350" cy="548640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9" name="Google Shape;129;p32"/>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30" name="Google Shape;130;p32"/>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31" name="Google Shape;131;p32"/>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32" name="Google Shape;132;p32"/>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3"/>
        <p:cNvGrpSpPr/>
        <p:nvPr/>
      </p:nvGrpSpPr>
      <p:grpSpPr>
        <a:xfrm>
          <a:off x="0" y="0"/>
          <a:ext cx="0" cy="0"/>
          <a:chOff x="0" y="0"/>
          <a:chExt cx="0" cy="0"/>
        </a:xfrm>
      </p:grpSpPr>
      <p:sp>
        <p:nvSpPr>
          <p:cNvPr id="134" name="Google Shape;134;p33"/>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5" name="Google Shape;135;p33"/>
          <p:cNvSpPr txBox="1">
            <a:spLocks noGrp="1"/>
          </p:cNvSpPr>
          <p:nvPr>
            <p:ph type="body" idx="1"/>
          </p:nvPr>
        </p:nvSpPr>
        <p:spPr>
          <a:xfrm>
            <a:off x="693738" y="5638800"/>
            <a:ext cx="21018500" cy="26563638"/>
          </a:xfrm>
          <a:prstGeom prst="rect">
            <a:avLst/>
          </a:prstGeom>
          <a:noFill/>
          <a:ln>
            <a:noFill/>
          </a:ln>
        </p:spPr>
        <p:txBody>
          <a:bodyPr spcFirstLastPara="1" wrap="square" lIns="456400" tIns="456400" rIns="456400" bIns="4564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36" name="Google Shape;136;p33"/>
          <p:cNvSpPr txBox="1">
            <a:spLocks noGrp="1"/>
          </p:cNvSpPr>
          <p:nvPr>
            <p:ph type="body" idx="2"/>
          </p:nvPr>
        </p:nvSpPr>
        <p:spPr>
          <a:xfrm>
            <a:off x="21864638" y="5638800"/>
            <a:ext cx="21020087" cy="26563638"/>
          </a:xfrm>
          <a:prstGeom prst="rect">
            <a:avLst/>
          </a:prstGeom>
          <a:noFill/>
          <a:ln>
            <a:noFill/>
          </a:ln>
        </p:spPr>
        <p:txBody>
          <a:bodyPr spcFirstLastPara="1" wrap="square" lIns="456400" tIns="456400" rIns="456400" bIns="4564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7"/>
        <p:cNvGrpSpPr/>
        <p:nvPr/>
      </p:nvGrpSpPr>
      <p:grpSpPr>
        <a:xfrm>
          <a:off x="0" y="0"/>
          <a:ext cx="0" cy="0"/>
          <a:chOff x="0" y="0"/>
          <a:chExt cx="0" cy="0"/>
        </a:xfrm>
      </p:grpSpPr>
      <p:sp>
        <p:nvSpPr>
          <p:cNvPr id="138" name="Google Shape;138;p34"/>
          <p:cNvSpPr txBox="1">
            <a:spLocks noGrp="1"/>
          </p:cNvSpPr>
          <p:nvPr>
            <p:ph type="title"/>
          </p:nvPr>
        </p:nvSpPr>
        <p:spPr>
          <a:xfrm>
            <a:off x="3467100" y="21153438"/>
            <a:ext cx="37307838" cy="6537325"/>
          </a:xfrm>
          <a:prstGeom prst="rect">
            <a:avLst/>
          </a:prstGeom>
          <a:noFill/>
          <a:ln>
            <a:noFill/>
          </a:ln>
        </p:spPr>
        <p:txBody>
          <a:bodyPr spcFirstLastPara="1" wrap="square" lIns="91250" tIns="45600" rIns="91250" bIns="456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9" name="Google Shape;139;p34"/>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spcBef>
                <a:spcPts val="400"/>
              </a:spcBef>
              <a:spcAft>
                <a:spcPts val="0"/>
              </a:spcAft>
              <a:buClr>
                <a:schemeClr val="dk1"/>
              </a:buClr>
              <a:buSzPts val="2000"/>
              <a:buFont typeface="Arial"/>
              <a:buNone/>
              <a:defRPr sz="2000"/>
            </a:lvl1pPr>
            <a:lvl2pPr marL="914400" lvl="1" indent="-228600" algn="l">
              <a:spcBef>
                <a:spcPts val="360"/>
              </a:spcBef>
              <a:spcAft>
                <a:spcPts val="0"/>
              </a:spcAft>
              <a:buClr>
                <a:schemeClr val="dk1"/>
              </a:buClr>
              <a:buSzPts val="1800"/>
              <a:buFont typeface="Arial"/>
              <a:buNone/>
              <a:defRPr sz="1800"/>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0"/>
        <p:cNvGrpSpPr/>
        <p:nvPr/>
      </p:nvGrpSpPr>
      <p:grpSpPr>
        <a:xfrm>
          <a:off x="0" y="0"/>
          <a:ext cx="0" cy="0"/>
          <a:chOff x="0" y="0"/>
          <a:chExt cx="0" cy="0"/>
        </a:xfrm>
      </p:grpSpPr>
      <p:sp>
        <p:nvSpPr>
          <p:cNvPr id="141" name="Google Shape;141;p35"/>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2" name="Google Shape;142;p35"/>
          <p:cNvSpPr txBox="1">
            <a:spLocks noGrp="1"/>
          </p:cNvSpPr>
          <p:nvPr>
            <p:ph type="body" idx="1"/>
          </p:nvPr>
        </p:nvSpPr>
        <p:spPr>
          <a:xfrm>
            <a:off x="693737" y="5638800"/>
            <a:ext cx="42190987" cy="26563637"/>
          </a:xfrm>
          <a:prstGeom prst="rect">
            <a:avLst/>
          </a:prstGeom>
          <a:noFill/>
          <a:ln>
            <a:noFill/>
          </a:ln>
        </p:spPr>
        <p:txBody>
          <a:bodyPr spcFirstLastPara="1" wrap="square" lIns="456400" tIns="456400" rIns="456400" bIns="4564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3"/>
        <p:cNvGrpSpPr/>
        <p:nvPr/>
      </p:nvGrpSpPr>
      <p:grpSpPr>
        <a:xfrm>
          <a:off x="0" y="0"/>
          <a:ext cx="0" cy="0"/>
          <a:chOff x="0" y="0"/>
          <a:chExt cx="0" cy="0"/>
        </a:xfrm>
      </p:grpSpPr>
      <p:sp>
        <p:nvSpPr>
          <p:cNvPr id="144" name="Google Shape;144;p36"/>
          <p:cNvSpPr txBox="1">
            <a:spLocks noGrp="1"/>
          </p:cNvSpPr>
          <p:nvPr>
            <p:ph type="ctrTitle"/>
          </p:nvPr>
        </p:nvSpPr>
        <p:spPr>
          <a:xfrm>
            <a:off x="3292475" y="10226675"/>
            <a:ext cx="37306250" cy="7054850"/>
          </a:xfrm>
          <a:prstGeom prst="rect">
            <a:avLst/>
          </a:prstGeom>
          <a:noFill/>
          <a:ln>
            <a:noFill/>
          </a:ln>
        </p:spPr>
        <p:txBody>
          <a:bodyPr spcFirstLastPara="1" wrap="square" lIns="91250" tIns="45600" rIns="91250" bIns="456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5" name="Google Shape;145;p36"/>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spcBef>
                <a:spcPts val="580"/>
              </a:spcBef>
              <a:spcAft>
                <a:spcPts val="0"/>
              </a:spcAft>
              <a:buClr>
                <a:schemeClr val="dk1"/>
              </a:buClr>
              <a:buSzPts val="2900"/>
              <a:buFont typeface="Arial"/>
              <a:buNone/>
              <a:defRPr/>
            </a:lvl1pPr>
            <a:lvl2pPr lvl="1" algn="ctr">
              <a:spcBef>
                <a:spcPts val="580"/>
              </a:spcBef>
              <a:spcAft>
                <a:spcPts val="0"/>
              </a:spcAft>
              <a:buClr>
                <a:schemeClr val="dk1"/>
              </a:buClr>
              <a:buSzPts val="2900"/>
              <a:buFont typeface="Arial"/>
              <a:buNone/>
              <a:defRPr/>
            </a:lvl2pPr>
            <a:lvl3pPr lvl="2" algn="ctr">
              <a:spcBef>
                <a:spcPts val="480"/>
              </a:spcBef>
              <a:spcAft>
                <a:spcPts val="0"/>
              </a:spcAft>
              <a:buClr>
                <a:schemeClr val="dk1"/>
              </a:buClr>
              <a:buSzPts val="2400"/>
              <a:buFont typeface="Arial"/>
              <a:buNone/>
              <a:defRPr/>
            </a:lvl3pPr>
            <a:lvl4pPr lvl="3" algn="ctr">
              <a:spcBef>
                <a:spcPts val="380"/>
              </a:spcBef>
              <a:spcAft>
                <a:spcPts val="0"/>
              </a:spcAft>
              <a:buClr>
                <a:schemeClr val="dk1"/>
              </a:buClr>
              <a:buSzPts val="1900"/>
              <a:buFont typeface="Arial"/>
              <a:buNone/>
              <a:defRPr/>
            </a:lvl4pPr>
            <a:lvl5pPr lvl="4" algn="ctr">
              <a:spcBef>
                <a:spcPts val="380"/>
              </a:spcBef>
              <a:spcAft>
                <a:spcPts val="0"/>
              </a:spcAft>
              <a:buClr>
                <a:schemeClr val="dk1"/>
              </a:buClr>
              <a:buSzPts val="1900"/>
              <a:buFont typeface="Arial"/>
              <a:buNone/>
              <a:defRPr/>
            </a:lvl5pPr>
            <a:lvl6pPr lvl="5" algn="ctr">
              <a:spcBef>
                <a:spcPts val="380"/>
              </a:spcBef>
              <a:spcAft>
                <a:spcPts val="0"/>
              </a:spcAft>
              <a:buClr>
                <a:schemeClr val="dk1"/>
              </a:buClr>
              <a:buSzPts val="1900"/>
              <a:buFont typeface="Arial"/>
              <a:buNone/>
              <a:defRPr/>
            </a:lvl6pPr>
            <a:lvl7pPr lvl="6" algn="ctr">
              <a:spcBef>
                <a:spcPts val="380"/>
              </a:spcBef>
              <a:spcAft>
                <a:spcPts val="0"/>
              </a:spcAft>
              <a:buClr>
                <a:schemeClr val="dk1"/>
              </a:buClr>
              <a:buSzPts val="1900"/>
              <a:buFont typeface="Arial"/>
              <a:buNone/>
              <a:defRPr/>
            </a:lvl7pPr>
            <a:lvl8pPr lvl="7" algn="ctr">
              <a:spcBef>
                <a:spcPts val="380"/>
              </a:spcBef>
              <a:spcAft>
                <a:spcPts val="0"/>
              </a:spcAft>
              <a:buClr>
                <a:schemeClr val="dk1"/>
              </a:buClr>
              <a:buSzPts val="1900"/>
              <a:buFont typeface="Arial"/>
              <a:buNone/>
              <a:defRPr/>
            </a:lvl8pPr>
            <a:lvl9pPr lvl="8" algn="ctr">
              <a:spcBef>
                <a:spcPts val="380"/>
              </a:spcBef>
              <a:spcAft>
                <a:spcPts val="0"/>
              </a:spcAft>
              <a:buClr>
                <a:schemeClr val="dk1"/>
              </a:buClr>
              <a:buSzPts val="1900"/>
              <a:buFont typeface="Arial"/>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0" y="0"/>
            <a:ext cx="43891200" cy="480060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1" name="Google Shape;11;p1"/>
          <p:cNvSpPr txBox="1"/>
          <p:nvPr/>
        </p:nvSpPr>
        <p:spPr>
          <a:xfrm>
            <a:off x="693737" y="5638800"/>
            <a:ext cx="9974262" cy="26563637"/>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2" name="Google Shape;12;p1"/>
          <p:cNvSpPr txBox="1"/>
          <p:nvPr/>
        </p:nvSpPr>
        <p:spPr>
          <a:xfrm>
            <a:off x="0" y="4800600"/>
            <a:ext cx="43891200" cy="130175"/>
          </a:xfrm>
          <a:prstGeom prst="rect">
            <a:avLst/>
          </a:prstGeom>
          <a:solidFill>
            <a:srgbClr val="660000"/>
          </a:solidFill>
          <a:ln w="152400" cap="flat" cmpd="sng">
            <a:solidFill>
              <a:srgbClr val="79BDE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3" name="Google Shape;13;p1"/>
          <p:cNvSpPr txBox="1"/>
          <p:nvPr/>
        </p:nvSpPr>
        <p:spPr>
          <a:xfrm>
            <a:off x="609600" y="32445325"/>
            <a:ext cx="2514600" cy="31591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Clr>
                <a:schemeClr val="lt2"/>
              </a:buClr>
              <a:buSzPts val="500"/>
              <a:buFont typeface="Arial"/>
              <a:buNone/>
            </a:pPr>
            <a:r>
              <a:rPr lang="en-US" sz="500" b="1" i="0" u="none">
                <a:solidFill>
                  <a:schemeClr val="lt2"/>
                </a:solidFill>
                <a:latin typeface="Arial"/>
                <a:ea typeface="Arial"/>
                <a:cs typeface="Arial"/>
                <a:sym typeface="Arial"/>
              </a:rPr>
              <a:t>TEMPLATE DESIGN © 2008</a:t>
            </a:r>
            <a:endParaRPr/>
          </a:p>
          <a:p>
            <a:pPr marL="0" marR="0" lvl="0" indent="0" algn="l" rtl="0">
              <a:lnSpc>
                <a:spcPct val="65000"/>
              </a:lnSpc>
              <a:spcBef>
                <a:spcPts val="500"/>
              </a:spcBef>
              <a:spcAft>
                <a:spcPts val="0"/>
              </a:spcAft>
              <a:buClr>
                <a:schemeClr val="lt2"/>
              </a:buClr>
              <a:buSzPts val="1000"/>
              <a:buFont typeface="Arial"/>
              <a:buNone/>
            </a:pPr>
            <a:r>
              <a:rPr lang="en-US" sz="1000" b="1" i="0" u="none">
                <a:solidFill>
                  <a:schemeClr val="lt2"/>
                </a:solidFill>
                <a:latin typeface="Arial"/>
                <a:ea typeface="Arial"/>
                <a:cs typeface="Arial"/>
                <a:sym typeface="Arial"/>
              </a:rPr>
              <a:t>www.PosterPresentations.com</a:t>
            </a:r>
            <a:endParaRPr/>
          </a:p>
        </p:txBody>
      </p:sp>
      <p:sp>
        <p:nvSpPr>
          <p:cNvPr id="14" name="Google Shape;14;p1"/>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marR="0" lvl="0"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1pPr>
            <a:lvl2pPr marR="0" lvl="1"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2pPr>
            <a:lvl3pPr marR="0" lvl="2"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3pPr>
            <a:lvl4pPr marR="0" lvl="3"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4pPr>
            <a:lvl5pPr marR="0" lvl="4"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5pPr>
            <a:lvl6pPr marR="0" lvl="5"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6pPr>
            <a:lvl7pPr marR="0" lvl="6"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7pPr>
            <a:lvl8pPr marR="0" lvl="7"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8pPr>
            <a:lvl9pPr marR="0" lvl="8" algn="ctr" rtl="0">
              <a:spcBef>
                <a:spcPts val="0"/>
              </a:spcBef>
              <a:spcAft>
                <a:spcPts val="0"/>
              </a:spcAft>
              <a:buSzPts val="1400"/>
              <a:buNone/>
              <a:defRPr sz="8600" b="0" i="0" u="none" strike="noStrike" cap="none">
                <a:solidFill>
                  <a:srgbClr val="FFFFFF"/>
                </a:solidFill>
                <a:latin typeface="Arial Black"/>
                <a:ea typeface="Arial Black"/>
                <a:cs typeface="Arial Black"/>
                <a:sym typeface="Arial Black"/>
              </a:defRPr>
            </a:lvl9pPr>
          </a:lstStyle>
          <a:p>
            <a:endParaRPr/>
          </a:p>
        </p:txBody>
      </p:sp>
      <p:sp>
        <p:nvSpPr>
          <p:cNvPr id="15" name="Google Shape;15;p1"/>
          <p:cNvSpPr txBox="1">
            <a:spLocks noGrp="1"/>
          </p:cNvSpPr>
          <p:nvPr>
            <p:ph type="body" idx="1"/>
          </p:nvPr>
        </p:nvSpPr>
        <p:spPr>
          <a:xfrm>
            <a:off x="693737" y="5638800"/>
            <a:ext cx="9974262" cy="26563637"/>
          </a:xfrm>
          <a:prstGeom prst="rect">
            <a:avLst/>
          </a:prstGeom>
          <a:noFill/>
          <a:ln>
            <a:noFill/>
          </a:ln>
        </p:spPr>
        <p:txBody>
          <a:bodyPr spcFirstLastPara="1" wrap="square" lIns="456400" tIns="456400" rIns="456400" bIns="456400" anchor="t" anchorCtr="0">
            <a:noAutofit/>
          </a:bodyPr>
          <a:lstStyle>
            <a:lvl1pPr marL="457200" marR="0" lvl="0" indent="-412750" algn="l" rtl="0">
              <a:spcBef>
                <a:spcPts val="58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spcBef>
                <a:spcPts val="58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4pPr>
            <a:lvl5pPr marL="2286000" marR="0" lvl="4"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5pPr>
            <a:lvl6pPr marL="2743200" marR="0" lvl="5"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6" name="Google Shape;16;p1"/>
          <p:cNvSpPr txBox="1"/>
          <p:nvPr/>
        </p:nvSpPr>
        <p:spPr>
          <a:xfrm>
            <a:off x="0" y="0"/>
            <a:ext cx="43891200" cy="32918400"/>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7" name="Google Shape;17;p1"/>
          <p:cNvSpPr txBox="1"/>
          <p:nvPr/>
        </p:nvSpPr>
        <p:spPr>
          <a:xfrm>
            <a:off x="11490325" y="5638800"/>
            <a:ext cx="9982200" cy="26563637"/>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8" name="Google Shape;18;p1"/>
          <p:cNvSpPr txBox="1"/>
          <p:nvPr/>
        </p:nvSpPr>
        <p:spPr>
          <a:xfrm>
            <a:off x="22272625" y="5638800"/>
            <a:ext cx="9982200" cy="26563637"/>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9" name="Google Shape;19;p1"/>
          <p:cNvSpPr txBox="1"/>
          <p:nvPr/>
        </p:nvSpPr>
        <p:spPr>
          <a:xfrm>
            <a:off x="33078737" y="5638800"/>
            <a:ext cx="9982200" cy="26563637"/>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
        <p:cNvGrpSpPr/>
        <p:nvPr/>
      </p:nvGrpSpPr>
      <p:grpSpPr>
        <a:xfrm>
          <a:off x="0" y="0"/>
          <a:ext cx="0" cy="0"/>
          <a:chOff x="0" y="0"/>
          <a:chExt cx="0" cy="0"/>
        </a:xfrm>
      </p:grpSpPr>
      <p:sp>
        <p:nvSpPr>
          <p:cNvPr id="57" name="Google Shape;57;p13"/>
          <p:cNvSpPr txBox="1"/>
          <p:nvPr/>
        </p:nvSpPr>
        <p:spPr>
          <a:xfrm>
            <a:off x="0" y="0"/>
            <a:ext cx="43891200" cy="4800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58" name="Google Shape;58;p13"/>
          <p:cNvSpPr txBox="1"/>
          <p:nvPr/>
        </p:nvSpPr>
        <p:spPr>
          <a:xfrm>
            <a:off x="693737" y="5638800"/>
            <a:ext cx="9974262" cy="26563637"/>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59" name="Google Shape;59;p13"/>
          <p:cNvSpPr txBox="1"/>
          <p:nvPr/>
        </p:nvSpPr>
        <p:spPr>
          <a:xfrm>
            <a:off x="0" y="4800600"/>
            <a:ext cx="43891200" cy="130175"/>
          </a:xfrm>
          <a:prstGeom prst="rect">
            <a:avLst/>
          </a:prstGeom>
          <a:solidFill>
            <a:srgbClr val="66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60" name="Google Shape;60;p13"/>
          <p:cNvSpPr txBox="1"/>
          <p:nvPr/>
        </p:nvSpPr>
        <p:spPr>
          <a:xfrm>
            <a:off x="609600" y="32445325"/>
            <a:ext cx="2514600" cy="31591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Clr>
                <a:schemeClr val="lt2"/>
              </a:buClr>
              <a:buSzPts val="500"/>
              <a:buFont typeface="Arial"/>
              <a:buNone/>
            </a:pPr>
            <a:r>
              <a:rPr lang="en-US" sz="500" b="1" i="0" u="none">
                <a:solidFill>
                  <a:schemeClr val="lt2"/>
                </a:solidFill>
                <a:latin typeface="Arial"/>
                <a:ea typeface="Arial"/>
                <a:cs typeface="Arial"/>
                <a:sym typeface="Arial"/>
              </a:rPr>
              <a:t>POSTER TEMPLATE BY:</a:t>
            </a:r>
            <a:endParaRPr/>
          </a:p>
          <a:p>
            <a:pPr marL="0" marR="0" lvl="0" indent="0" algn="l" rtl="0">
              <a:lnSpc>
                <a:spcPct val="65000"/>
              </a:lnSpc>
              <a:spcBef>
                <a:spcPts val="500"/>
              </a:spcBef>
              <a:spcAft>
                <a:spcPts val="0"/>
              </a:spcAft>
              <a:buClr>
                <a:schemeClr val="lt2"/>
              </a:buClr>
              <a:buSzPts val="1000"/>
              <a:buFont typeface="Arial"/>
              <a:buNone/>
            </a:pPr>
            <a:r>
              <a:rPr lang="en-US" sz="1000" b="1" i="0" u="none">
                <a:solidFill>
                  <a:schemeClr val="lt2"/>
                </a:solidFill>
                <a:latin typeface="Arial"/>
                <a:ea typeface="Arial"/>
                <a:cs typeface="Arial"/>
                <a:sym typeface="Arial"/>
              </a:rPr>
              <a:t>www.PosterPresentations.com</a:t>
            </a:r>
            <a:endParaRPr/>
          </a:p>
        </p:txBody>
      </p:sp>
      <p:sp>
        <p:nvSpPr>
          <p:cNvPr id="61" name="Google Shape;61;p13"/>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marR="0" lvl="0"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1pPr>
            <a:lvl2pPr marR="0" lvl="1"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2pPr>
            <a:lvl3pPr marR="0" lvl="2"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3pPr>
            <a:lvl4pPr marR="0" lvl="3"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4pPr>
            <a:lvl5pPr marR="0" lvl="4"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5pPr>
            <a:lvl6pPr marR="0" lvl="5"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6pPr>
            <a:lvl7pPr marR="0" lvl="6"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7pPr>
            <a:lvl8pPr marR="0" lvl="7"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8pPr>
            <a:lvl9pPr marR="0" lvl="8"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9pPr>
          </a:lstStyle>
          <a:p>
            <a:endParaRPr/>
          </a:p>
        </p:txBody>
      </p:sp>
      <p:sp>
        <p:nvSpPr>
          <p:cNvPr id="62" name="Google Shape;62;p13"/>
          <p:cNvSpPr txBox="1">
            <a:spLocks noGrp="1"/>
          </p:cNvSpPr>
          <p:nvPr>
            <p:ph type="body" idx="1"/>
          </p:nvPr>
        </p:nvSpPr>
        <p:spPr>
          <a:xfrm>
            <a:off x="693737" y="5638800"/>
            <a:ext cx="9974262" cy="26563637"/>
          </a:xfrm>
          <a:prstGeom prst="rect">
            <a:avLst/>
          </a:prstGeom>
          <a:noFill/>
          <a:ln>
            <a:noFill/>
          </a:ln>
        </p:spPr>
        <p:txBody>
          <a:bodyPr spcFirstLastPara="1" wrap="square" lIns="456400" tIns="456400" rIns="456400" bIns="456400" anchor="t" anchorCtr="0">
            <a:noAutofit/>
          </a:bodyPr>
          <a:lstStyle>
            <a:lvl1pPr marL="457200" marR="0" lvl="0" indent="-412750" algn="l" rtl="0">
              <a:spcBef>
                <a:spcPts val="58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spcBef>
                <a:spcPts val="58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4pPr>
            <a:lvl5pPr marL="2286000" marR="0" lvl="4"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5pPr>
            <a:lvl6pPr marL="2743200" marR="0" lvl="5"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63" name="Google Shape;63;p13"/>
          <p:cNvSpPr txBox="1"/>
          <p:nvPr/>
        </p:nvSpPr>
        <p:spPr>
          <a:xfrm>
            <a:off x="0" y="0"/>
            <a:ext cx="43891200" cy="32918400"/>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64" name="Google Shape;64;p13"/>
          <p:cNvSpPr txBox="1"/>
          <p:nvPr/>
        </p:nvSpPr>
        <p:spPr>
          <a:xfrm>
            <a:off x="11490325" y="5638800"/>
            <a:ext cx="20764500" cy="26563637"/>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65" name="Google Shape;65;p13"/>
          <p:cNvSpPr txBox="1"/>
          <p:nvPr/>
        </p:nvSpPr>
        <p:spPr>
          <a:xfrm>
            <a:off x="33078737" y="5638800"/>
            <a:ext cx="9982200" cy="26563637"/>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25"/>
          <p:cNvSpPr txBox="1"/>
          <p:nvPr/>
        </p:nvSpPr>
        <p:spPr>
          <a:xfrm>
            <a:off x="0" y="0"/>
            <a:ext cx="43891200" cy="4800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04" name="Google Shape;104;p25"/>
          <p:cNvSpPr txBox="1"/>
          <p:nvPr/>
        </p:nvSpPr>
        <p:spPr>
          <a:xfrm>
            <a:off x="693737" y="5638800"/>
            <a:ext cx="42367200" cy="26563637"/>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05" name="Google Shape;105;p25"/>
          <p:cNvSpPr txBox="1"/>
          <p:nvPr/>
        </p:nvSpPr>
        <p:spPr>
          <a:xfrm>
            <a:off x="0" y="4800600"/>
            <a:ext cx="43891200" cy="130175"/>
          </a:xfrm>
          <a:prstGeom prst="rect">
            <a:avLst/>
          </a:prstGeom>
          <a:solidFill>
            <a:srgbClr val="66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
        <p:nvSpPr>
          <p:cNvPr id="106" name="Google Shape;106;p25"/>
          <p:cNvSpPr txBox="1"/>
          <p:nvPr/>
        </p:nvSpPr>
        <p:spPr>
          <a:xfrm>
            <a:off x="609600" y="32445325"/>
            <a:ext cx="2514600" cy="31591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Clr>
                <a:schemeClr val="lt2"/>
              </a:buClr>
              <a:buSzPts val="500"/>
              <a:buFont typeface="Arial"/>
              <a:buNone/>
            </a:pPr>
            <a:r>
              <a:rPr lang="en-US" sz="500" b="1" i="0" u="none">
                <a:solidFill>
                  <a:schemeClr val="lt2"/>
                </a:solidFill>
                <a:latin typeface="Arial"/>
                <a:ea typeface="Arial"/>
                <a:cs typeface="Arial"/>
                <a:sym typeface="Arial"/>
              </a:rPr>
              <a:t>POSTER TEMPLATE BY:</a:t>
            </a:r>
            <a:endParaRPr/>
          </a:p>
          <a:p>
            <a:pPr marL="0" marR="0" lvl="0" indent="0" algn="l" rtl="0">
              <a:lnSpc>
                <a:spcPct val="65000"/>
              </a:lnSpc>
              <a:spcBef>
                <a:spcPts val="500"/>
              </a:spcBef>
              <a:spcAft>
                <a:spcPts val="0"/>
              </a:spcAft>
              <a:buClr>
                <a:schemeClr val="lt2"/>
              </a:buClr>
              <a:buSzPts val="1000"/>
              <a:buFont typeface="Arial"/>
              <a:buNone/>
            </a:pPr>
            <a:r>
              <a:rPr lang="en-US" sz="1000" b="1" i="0" u="none">
                <a:solidFill>
                  <a:schemeClr val="lt2"/>
                </a:solidFill>
                <a:latin typeface="Arial"/>
                <a:ea typeface="Arial"/>
                <a:cs typeface="Arial"/>
                <a:sym typeface="Arial"/>
              </a:rPr>
              <a:t>www.PosterPresentations.com</a:t>
            </a:r>
            <a:endParaRPr/>
          </a:p>
        </p:txBody>
      </p:sp>
      <p:sp>
        <p:nvSpPr>
          <p:cNvPr id="107" name="Google Shape;107;p25"/>
          <p:cNvSpPr txBox="1">
            <a:spLocks noGrp="1"/>
          </p:cNvSpPr>
          <p:nvPr>
            <p:ph type="title"/>
          </p:nvPr>
        </p:nvSpPr>
        <p:spPr>
          <a:xfrm>
            <a:off x="960437" y="1273175"/>
            <a:ext cx="41924287" cy="2201862"/>
          </a:xfrm>
          <a:prstGeom prst="rect">
            <a:avLst/>
          </a:prstGeom>
          <a:noFill/>
          <a:ln>
            <a:noFill/>
          </a:ln>
        </p:spPr>
        <p:txBody>
          <a:bodyPr spcFirstLastPara="1" wrap="square" lIns="91250" tIns="45600" rIns="91250" bIns="45600" anchor="ctr" anchorCtr="0">
            <a:noAutofit/>
          </a:bodyPr>
          <a:lstStyle>
            <a:lvl1pPr marR="0" lvl="0"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1pPr>
            <a:lvl2pPr marR="0" lvl="1"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2pPr>
            <a:lvl3pPr marR="0" lvl="2"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3pPr>
            <a:lvl4pPr marR="0" lvl="3"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4pPr>
            <a:lvl5pPr marR="0" lvl="4"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5pPr>
            <a:lvl6pPr marR="0" lvl="5"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6pPr>
            <a:lvl7pPr marR="0" lvl="6"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7pPr>
            <a:lvl8pPr marR="0" lvl="7"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8pPr>
            <a:lvl9pPr marR="0" lvl="8" algn="ctr" rtl="0">
              <a:spcBef>
                <a:spcPts val="0"/>
              </a:spcBef>
              <a:spcAft>
                <a:spcPts val="0"/>
              </a:spcAft>
              <a:buSzPts val="1400"/>
              <a:buNone/>
              <a:defRPr sz="8600" b="0" i="0" u="none" strike="noStrike" cap="none">
                <a:solidFill>
                  <a:schemeClr val="dk2"/>
                </a:solidFill>
                <a:latin typeface="Arial Black"/>
                <a:ea typeface="Arial Black"/>
                <a:cs typeface="Arial Black"/>
                <a:sym typeface="Arial Black"/>
              </a:defRPr>
            </a:lvl9pPr>
          </a:lstStyle>
          <a:p>
            <a:endParaRPr/>
          </a:p>
        </p:txBody>
      </p:sp>
      <p:sp>
        <p:nvSpPr>
          <p:cNvPr id="108" name="Google Shape;108;p25"/>
          <p:cNvSpPr txBox="1">
            <a:spLocks noGrp="1"/>
          </p:cNvSpPr>
          <p:nvPr>
            <p:ph type="body" idx="1"/>
          </p:nvPr>
        </p:nvSpPr>
        <p:spPr>
          <a:xfrm>
            <a:off x="693737" y="5638800"/>
            <a:ext cx="42190987" cy="26563637"/>
          </a:xfrm>
          <a:prstGeom prst="rect">
            <a:avLst/>
          </a:prstGeom>
          <a:noFill/>
          <a:ln>
            <a:noFill/>
          </a:ln>
        </p:spPr>
        <p:txBody>
          <a:bodyPr spcFirstLastPara="1" wrap="square" lIns="456400" tIns="456400" rIns="456400" bIns="456400" anchor="t" anchorCtr="0">
            <a:noAutofit/>
          </a:bodyPr>
          <a:lstStyle>
            <a:lvl1pPr marL="457200" marR="0" lvl="0" indent="-412750" algn="l" rtl="0">
              <a:spcBef>
                <a:spcPts val="58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spcBef>
                <a:spcPts val="58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4pPr>
            <a:lvl5pPr marL="2286000" marR="0" lvl="4"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5pPr>
            <a:lvl6pPr marL="2743200" marR="0" lvl="5"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spcBef>
                <a:spcPts val="38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09" name="Google Shape;109;p25"/>
          <p:cNvSpPr txBox="1"/>
          <p:nvPr/>
        </p:nvSpPr>
        <p:spPr>
          <a:xfrm>
            <a:off x="0" y="0"/>
            <a:ext cx="43891200" cy="32918400"/>
          </a:xfrm>
          <a:prstGeom prst="rect">
            <a:avLst/>
          </a:prstGeom>
          <a:noFill/>
          <a:ln w="952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900" b="0" i="0" u="none">
              <a:solidFill>
                <a:schemeClr val="dk1"/>
              </a:solidFill>
              <a:latin typeface="Arial Narrow"/>
              <a:ea typeface="Arial Narrow"/>
              <a:cs typeface="Arial Narrow"/>
              <a:sym typeface="Arial Narrow"/>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jpg"/><Relationship Id="rId11" Type="http://schemas.openxmlformats.org/officeDocument/2006/relationships/image" Target="../media/image7.png"/><Relationship Id="rId5" Type="http://schemas.openxmlformats.org/officeDocument/2006/relationships/hyperlink" Target="https://fred.stlouisfed.org/series/GPDI" TargetMode="External"/><Relationship Id="rId10" Type="http://schemas.openxmlformats.org/officeDocument/2006/relationships/image" Target="../media/image6.png"/><Relationship Id="rId4" Type="http://schemas.openxmlformats.org/officeDocument/2006/relationships/hyperlink" Target="https://data.worldbank.org/indicator/BN.GSR.MRCH.CD?end=2023&amp;locations=US&amp;start=1970&amp;view=chart" TargetMode="External"/><Relationship Id="rId9"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7"/>
          <p:cNvSpPr txBox="1"/>
          <p:nvPr/>
        </p:nvSpPr>
        <p:spPr>
          <a:xfrm>
            <a:off x="9010650" y="260350"/>
            <a:ext cx="30875700" cy="3847800"/>
          </a:xfrm>
          <a:prstGeom prst="rect">
            <a:avLst/>
          </a:prstGeom>
          <a:noFill/>
          <a:ln>
            <a:noFill/>
          </a:ln>
        </p:spPr>
        <p:txBody>
          <a:bodyPr spcFirstLastPara="1" wrap="square" lIns="91225" tIns="45600" rIns="91225" bIns="45600" anchor="t"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1">
                <a:solidFill>
                  <a:srgbClr val="FFFFFF"/>
                </a:solidFill>
              </a:rPr>
              <a:t>Exploring The Correlation Between Economic Growth And Trade Volumes in the US.</a:t>
            </a:r>
            <a:endParaRPr/>
          </a:p>
          <a:p>
            <a:pPr marL="0" marR="0" lvl="0" indent="0" algn="ctr" rtl="0">
              <a:lnSpc>
                <a:spcPct val="100000"/>
              </a:lnSpc>
              <a:spcBef>
                <a:spcPts val="0"/>
              </a:spcBef>
              <a:spcAft>
                <a:spcPts val="0"/>
              </a:spcAft>
              <a:buClr>
                <a:srgbClr val="FFFFFF"/>
              </a:buClr>
              <a:buSzPts val="4800"/>
              <a:buFont typeface="Arial"/>
              <a:buNone/>
            </a:pPr>
            <a:r>
              <a:rPr lang="en-US" sz="4800" b="1">
                <a:solidFill>
                  <a:srgbClr val="FFFFFF"/>
                </a:solidFill>
              </a:rPr>
              <a:t>Ibrahim Quansah</a:t>
            </a:r>
            <a:br>
              <a:rPr lang="en-US" sz="4800" b="1" i="0" u="none">
                <a:solidFill>
                  <a:srgbClr val="FFFFFF"/>
                </a:solidFill>
                <a:latin typeface="Arial"/>
                <a:ea typeface="Arial"/>
                <a:cs typeface="Arial"/>
                <a:sym typeface="Arial"/>
              </a:rPr>
            </a:br>
            <a:r>
              <a:rPr lang="en-US" sz="3600" b="1">
                <a:solidFill>
                  <a:srgbClr val="FFFFFF"/>
                </a:solidFill>
              </a:rPr>
              <a:t>Graduate Student, University of Maine</a:t>
            </a:r>
            <a:endParaRPr/>
          </a:p>
        </p:txBody>
      </p:sp>
      <p:sp>
        <p:nvSpPr>
          <p:cNvPr id="152" name="Google Shape;152;p37"/>
          <p:cNvSpPr txBox="1"/>
          <p:nvPr/>
        </p:nvSpPr>
        <p:spPr>
          <a:xfrm>
            <a:off x="685800" y="5638800"/>
            <a:ext cx="9982200" cy="579437"/>
          </a:xfrm>
          <a:prstGeom prst="rect">
            <a:avLst/>
          </a:prstGeom>
          <a:solidFill>
            <a:schemeClr val="accent2"/>
          </a:solidFill>
          <a:ln>
            <a:noFill/>
          </a:ln>
        </p:spPr>
        <p:txBody>
          <a:bodyPr spcFirstLastPara="1" wrap="square" lIns="91250" tIns="45600" rIns="91250" bIns="45600" anchor="t" anchorCtr="0">
            <a:spAutoFit/>
          </a:bodyPr>
          <a:lstStyle/>
          <a:p>
            <a:pPr marL="0" marR="0" lvl="0" indent="0" algn="ctr" rtl="0">
              <a:lnSpc>
                <a:spcPct val="100000"/>
              </a:lnSpc>
              <a:spcBef>
                <a:spcPts val="0"/>
              </a:spcBef>
              <a:spcAft>
                <a:spcPts val="0"/>
              </a:spcAft>
              <a:buClr>
                <a:srgbClr val="F8F8F8"/>
              </a:buClr>
              <a:buSzPts val="3200"/>
              <a:buFont typeface="Arial Narrow"/>
              <a:buNone/>
            </a:pPr>
            <a:r>
              <a:rPr lang="en-US" sz="3200" b="1" i="0" u="none">
                <a:solidFill>
                  <a:srgbClr val="F8F8F8"/>
                </a:solidFill>
                <a:latin typeface="Arial Narrow"/>
                <a:ea typeface="Arial Narrow"/>
                <a:cs typeface="Arial Narrow"/>
                <a:sym typeface="Arial Narrow"/>
              </a:rPr>
              <a:t>Abstract</a:t>
            </a:r>
            <a:endParaRPr/>
          </a:p>
        </p:txBody>
      </p:sp>
      <p:sp>
        <p:nvSpPr>
          <p:cNvPr id="153" name="Google Shape;153;p37"/>
          <p:cNvSpPr txBox="1"/>
          <p:nvPr/>
        </p:nvSpPr>
        <p:spPr>
          <a:xfrm>
            <a:off x="693737" y="6205537"/>
            <a:ext cx="9982200" cy="1139100"/>
          </a:xfrm>
          <a:prstGeom prst="rect">
            <a:avLst/>
          </a:prstGeom>
          <a:noFill/>
          <a:ln>
            <a:noFill/>
          </a:ln>
        </p:spPr>
        <p:txBody>
          <a:bodyPr spcFirstLastPara="1" wrap="square" lIns="457200" tIns="457200" rIns="457200" bIns="457200" anchor="t" anchorCtr="0">
            <a:spAutoFit/>
          </a:bodyPr>
          <a:lstStyle/>
          <a:p>
            <a:pPr marL="0" marR="0" lvl="0" indent="0" algn="l" rtl="0">
              <a:lnSpc>
                <a:spcPct val="100000"/>
              </a:lnSpc>
              <a:spcBef>
                <a:spcPts val="0"/>
              </a:spcBef>
              <a:spcAft>
                <a:spcPts val="0"/>
              </a:spcAft>
              <a:buClr>
                <a:schemeClr val="dk1"/>
              </a:buClr>
              <a:buSzPts val="3000"/>
              <a:buFont typeface="Arial Narrow"/>
              <a:buNone/>
            </a:pPr>
            <a:endParaRPr/>
          </a:p>
        </p:txBody>
      </p:sp>
      <p:sp>
        <p:nvSpPr>
          <p:cNvPr id="154" name="Google Shape;154;p37"/>
          <p:cNvSpPr txBox="1"/>
          <p:nvPr/>
        </p:nvSpPr>
        <p:spPr>
          <a:xfrm>
            <a:off x="685800" y="17635537"/>
            <a:ext cx="9982200" cy="584700"/>
          </a:xfrm>
          <a:prstGeom prst="rect">
            <a:avLst/>
          </a:prstGeom>
          <a:solidFill>
            <a:schemeClr val="accent2"/>
          </a:solidFill>
          <a:ln>
            <a:noFill/>
          </a:ln>
        </p:spPr>
        <p:txBody>
          <a:bodyPr spcFirstLastPara="1" wrap="square" lIns="91250" tIns="45600" rIns="91250" bIns="45600" anchor="t" anchorCtr="0">
            <a:spAutoFit/>
          </a:bodyPr>
          <a:lstStyle/>
          <a:p>
            <a:pPr marL="0" lvl="0" indent="0" algn="ctr" rtl="0">
              <a:spcBef>
                <a:spcPts val="0"/>
              </a:spcBef>
              <a:spcAft>
                <a:spcPts val="0"/>
              </a:spcAft>
              <a:buClr>
                <a:srgbClr val="F8F8F8"/>
              </a:buClr>
              <a:buSzPts val="3200"/>
              <a:buFont typeface="Arial Narrow"/>
              <a:buNone/>
            </a:pPr>
            <a:r>
              <a:rPr lang="en-US" sz="3200" b="1">
                <a:solidFill>
                  <a:srgbClr val="F8F8F8"/>
                </a:solidFill>
                <a:latin typeface="Arial Narrow"/>
                <a:ea typeface="Arial Narrow"/>
                <a:cs typeface="Arial Narrow"/>
                <a:sym typeface="Arial Narrow"/>
              </a:rPr>
              <a:t>Summary statistics for GDP and Net Trade</a:t>
            </a:r>
            <a:endParaRPr/>
          </a:p>
        </p:txBody>
      </p:sp>
      <p:sp>
        <p:nvSpPr>
          <p:cNvPr id="155" name="Google Shape;155;p37"/>
          <p:cNvSpPr txBox="1"/>
          <p:nvPr/>
        </p:nvSpPr>
        <p:spPr>
          <a:xfrm>
            <a:off x="11490325" y="5626100"/>
            <a:ext cx="9982200" cy="584700"/>
          </a:xfrm>
          <a:prstGeom prst="rect">
            <a:avLst/>
          </a:prstGeom>
          <a:solidFill>
            <a:schemeClr val="accent2"/>
          </a:solidFill>
          <a:ln>
            <a:noFill/>
          </a:ln>
        </p:spPr>
        <p:txBody>
          <a:bodyPr spcFirstLastPara="1" wrap="square" lIns="91250" tIns="45600" rIns="91250" bIns="45600" anchor="t" anchorCtr="0">
            <a:spAutoFit/>
          </a:bodyPr>
          <a:lstStyle/>
          <a:p>
            <a:pPr marL="0" marR="0" lvl="0" indent="0" algn="ctr" rtl="0">
              <a:lnSpc>
                <a:spcPct val="100000"/>
              </a:lnSpc>
              <a:spcBef>
                <a:spcPts val="0"/>
              </a:spcBef>
              <a:spcAft>
                <a:spcPts val="0"/>
              </a:spcAft>
              <a:buClr>
                <a:srgbClr val="F8F8F8"/>
              </a:buClr>
              <a:buSzPts val="3200"/>
              <a:buFont typeface="Arial Narrow"/>
              <a:buNone/>
            </a:pPr>
            <a:r>
              <a:rPr lang="en-US" sz="3200" b="1">
                <a:solidFill>
                  <a:srgbClr val="F8F8F8"/>
                </a:solidFill>
                <a:latin typeface="Arial Narrow"/>
                <a:ea typeface="Arial Narrow"/>
                <a:cs typeface="Arial Narrow"/>
                <a:sym typeface="Arial Narrow"/>
              </a:rPr>
              <a:t>Scatter Plot</a:t>
            </a:r>
            <a:endParaRPr/>
          </a:p>
        </p:txBody>
      </p:sp>
      <p:sp>
        <p:nvSpPr>
          <p:cNvPr id="156" name="Google Shape;156;p37"/>
          <p:cNvSpPr txBox="1"/>
          <p:nvPr/>
        </p:nvSpPr>
        <p:spPr>
          <a:xfrm>
            <a:off x="11490325" y="17746662"/>
            <a:ext cx="9982200" cy="584700"/>
          </a:xfrm>
          <a:prstGeom prst="rect">
            <a:avLst/>
          </a:prstGeom>
          <a:solidFill>
            <a:schemeClr val="accent2"/>
          </a:solidFill>
          <a:ln>
            <a:noFill/>
          </a:ln>
        </p:spPr>
        <p:txBody>
          <a:bodyPr spcFirstLastPara="1" wrap="square" lIns="91250" tIns="45600" rIns="91250" bIns="45600" anchor="t" anchorCtr="0">
            <a:spAutoFit/>
          </a:bodyPr>
          <a:lstStyle/>
          <a:p>
            <a:pPr marL="0" marR="0" lvl="0" indent="0" algn="ctr" rtl="0">
              <a:lnSpc>
                <a:spcPct val="100000"/>
              </a:lnSpc>
              <a:spcBef>
                <a:spcPts val="0"/>
              </a:spcBef>
              <a:spcAft>
                <a:spcPts val="0"/>
              </a:spcAft>
              <a:buClr>
                <a:srgbClr val="F8F8F8"/>
              </a:buClr>
              <a:buSzPts val="3200"/>
              <a:buFont typeface="Arial Narrow"/>
              <a:buNone/>
            </a:pPr>
            <a:r>
              <a:rPr lang="en-US" sz="3200" b="1">
                <a:solidFill>
                  <a:srgbClr val="F8F8F8"/>
                </a:solidFill>
                <a:latin typeface="Arial Narrow"/>
                <a:ea typeface="Arial Narrow"/>
                <a:cs typeface="Arial Narrow"/>
                <a:sym typeface="Arial Narrow"/>
              </a:rPr>
              <a:t>GDP and Net Trade trends in the US from 1993 to 2023.</a:t>
            </a:r>
            <a:endParaRPr/>
          </a:p>
        </p:txBody>
      </p:sp>
      <p:sp>
        <p:nvSpPr>
          <p:cNvPr id="157" name="Google Shape;157;p37"/>
          <p:cNvSpPr txBox="1"/>
          <p:nvPr/>
        </p:nvSpPr>
        <p:spPr>
          <a:xfrm>
            <a:off x="22272625" y="18953162"/>
            <a:ext cx="9982200" cy="584700"/>
          </a:xfrm>
          <a:prstGeom prst="rect">
            <a:avLst/>
          </a:prstGeom>
          <a:solidFill>
            <a:schemeClr val="accent2"/>
          </a:solidFill>
          <a:ln>
            <a:noFill/>
          </a:ln>
        </p:spPr>
        <p:txBody>
          <a:bodyPr spcFirstLastPara="1" wrap="square" lIns="91250" tIns="45600" rIns="91250" bIns="45600" anchor="t" anchorCtr="0">
            <a:spAutoFit/>
          </a:bodyPr>
          <a:lstStyle/>
          <a:p>
            <a:pPr marL="0" marR="0" lvl="0" indent="0" algn="ctr" rtl="0">
              <a:lnSpc>
                <a:spcPct val="100000"/>
              </a:lnSpc>
              <a:spcBef>
                <a:spcPts val="0"/>
              </a:spcBef>
              <a:spcAft>
                <a:spcPts val="0"/>
              </a:spcAft>
              <a:buClr>
                <a:srgbClr val="F8F8F8"/>
              </a:buClr>
              <a:buSzPts val="3200"/>
              <a:buFont typeface="Arial Narrow"/>
              <a:buNone/>
            </a:pPr>
            <a:r>
              <a:rPr lang="en-US" sz="3200" b="1">
                <a:solidFill>
                  <a:srgbClr val="F8F8F8"/>
                </a:solidFill>
                <a:latin typeface="Arial Narrow"/>
                <a:ea typeface="Arial Narrow"/>
                <a:cs typeface="Arial Narrow"/>
                <a:sym typeface="Arial Narrow"/>
              </a:rPr>
              <a:t>Regression Analysis</a:t>
            </a:r>
            <a:endParaRPr/>
          </a:p>
        </p:txBody>
      </p:sp>
      <p:sp>
        <p:nvSpPr>
          <p:cNvPr id="158" name="Google Shape;158;p37"/>
          <p:cNvSpPr txBox="1"/>
          <p:nvPr/>
        </p:nvSpPr>
        <p:spPr>
          <a:xfrm>
            <a:off x="33078737" y="5638800"/>
            <a:ext cx="9982200" cy="584700"/>
          </a:xfrm>
          <a:prstGeom prst="rect">
            <a:avLst/>
          </a:prstGeom>
          <a:solidFill>
            <a:schemeClr val="accent2"/>
          </a:solidFill>
          <a:ln>
            <a:noFill/>
          </a:ln>
        </p:spPr>
        <p:txBody>
          <a:bodyPr spcFirstLastPara="1" wrap="square" lIns="91250" tIns="45600" rIns="91250" bIns="45600" anchor="t" anchorCtr="0">
            <a:spAutoFit/>
          </a:bodyPr>
          <a:lstStyle/>
          <a:p>
            <a:pPr marL="0" marR="0" lvl="0" indent="0" algn="ctr" rtl="0">
              <a:lnSpc>
                <a:spcPct val="100000"/>
              </a:lnSpc>
              <a:spcBef>
                <a:spcPts val="0"/>
              </a:spcBef>
              <a:spcAft>
                <a:spcPts val="0"/>
              </a:spcAft>
              <a:buClr>
                <a:srgbClr val="F8F8F8"/>
              </a:buClr>
              <a:buSzPts val="3200"/>
              <a:buFont typeface="Arial Narrow"/>
              <a:buNone/>
            </a:pPr>
            <a:r>
              <a:rPr lang="en-US" sz="3200" b="1">
                <a:solidFill>
                  <a:srgbClr val="F8F8F8"/>
                </a:solidFill>
                <a:latin typeface="Arial Narrow"/>
                <a:ea typeface="Arial Narrow"/>
                <a:cs typeface="Arial Narrow"/>
                <a:sym typeface="Arial Narrow"/>
              </a:rPr>
              <a:t>Regression Analysis</a:t>
            </a:r>
            <a:endParaRPr/>
          </a:p>
        </p:txBody>
      </p:sp>
      <p:sp>
        <p:nvSpPr>
          <p:cNvPr id="159" name="Google Shape;159;p37"/>
          <p:cNvSpPr txBox="1"/>
          <p:nvPr/>
        </p:nvSpPr>
        <p:spPr>
          <a:xfrm>
            <a:off x="33078737" y="26544587"/>
            <a:ext cx="9982200" cy="579437"/>
          </a:xfrm>
          <a:prstGeom prst="rect">
            <a:avLst/>
          </a:prstGeom>
          <a:solidFill>
            <a:schemeClr val="accent2"/>
          </a:solidFill>
          <a:ln>
            <a:noFill/>
          </a:ln>
        </p:spPr>
        <p:txBody>
          <a:bodyPr spcFirstLastPara="1" wrap="square" lIns="91250" tIns="45600" rIns="91250" bIns="45600" anchor="t" anchorCtr="0">
            <a:spAutoFit/>
          </a:bodyPr>
          <a:lstStyle/>
          <a:p>
            <a:pPr marL="0" marR="0" lvl="0" indent="0" algn="ctr" rtl="0">
              <a:lnSpc>
                <a:spcPct val="100000"/>
              </a:lnSpc>
              <a:spcBef>
                <a:spcPts val="0"/>
              </a:spcBef>
              <a:spcAft>
                <a:spcPts val="0"/>
              </a:spcAft>
              <a:buClr>
                <a:srgbClr val="F8F8F8"/>
              </a:buClr>
              <a:buSzPts val="3200"/>
              <a:buFont typeface="Arial Narrow"/>
              <a:buNone/>
            </a:pPr>
            <a:r>
              <a:rPr lang="en-US" sz="3200" b="1" i="0" u="none">
                <a:solidFill>
                  <a:srgbClr val="F8F8F8"/>
                </a:solidFill>
                <a:latin typeface="Arial Narrow"/>
                <a:ea typeface="Arial Narrow"/>
                <a:cs typeface="Arial Narrow"/>
                <a:sym typeface="Arial Narrow"/>
              </a:rPr>
              <a:t>References</a:t>
            </a:r>
            <a:endParaRPr/>
          </a:p>
        </p:txBody>
      </p:sp>
      <p:pic>
        <p:nvPicPr>
          <p:cNvPr id="160" name="Google Shape;160;p37" descr="CES_outline_logo_2c.eps"/>
          <p:cNvPicPr preferRelativeResize="0"/>
          <p:nvPr/>
        </p:nvPicPr>
        <p:blipFill rotWithShape="1">
          <a:blip r:embed="rId3">
            <a:alphaModFix/>
          </a:blip>
          <a:srcRect/>
          <a:stretch/>
        </p:blipFill>
        <p:spPr>
          <a:xfrm>
            <a:off x="2381250" y="1289050"/>
            <a:ext cx="6629400" cy="2095500"/>
          </a:xfrm>
          <a:prstGeom prst="rect">
            <a:avLst/>
          </a:prstGeom>
          <a:noFill/>
          <a:ln>
            <a:noFill/>
          </a:ln>
        </p:spPr>
      </p:pic>
      <p:sp>
        <p:nvSpPr>
          <p:cNvPr id="161" name="Google Shape;161;p37"/>
          <p:cNvSpPr txBox="1"/>
          <p:nvPr/>
        </p:nvSpPr>
        <p:spPr>
          <a:xfrm>
            <a:off x="33078737" y="27124025"/>
            <a:ext cx="9982200" cy="3586500"/>
          </a:xfrm>
          <a:prstGeom prst="rect">
            <a:avLst/>
          </a:prstGeom>
          <a:noFill/>
          <a:ln>
            <a:noFill/>
          </a:ln>
        </p:spPr>
        <p:txBody>
          <a:bodyPr spcFirstLastPara="1" wrap="square" lIns="457200" tIns="457200" rIns="457200" bIns="457200" anchor="t" anchorCtr="0">
            <a:spAutoFit/>
          </a:bodyPr>
          <a:lstStyle/>
          <a:p>
            <a:pPr marL="0" marR="0" lvl="0" indent="0" algn="l" rtl="0">
              <a:lnSpc>
                <a:spcPct val="100000"/>
              </a:lnSpc>
              <a:spcBef>
                <a:spcPts val="0"/>
              </a:spcBef>
              <a:spcAft>
                <a:spcPts val="0"/>
              </a:spcAft>
              <a:buClr>
                <a:schemeClr val="dk1"/>
              </a:buClr>
              <a:buSzPts val="3000"/>
              <a:buFont typeface="Arial Narrow"/>
              <a:buNone/>
            </a:pPr>
            <a:r>
              <a:rPr lang="en-US" sz="3000">
                <a:solidFill>
                  <a:schemeClr val="dk1"/>
                </a:solidFill>
                <a:latin typeface="Arial Narrow"/>
                <a:ea typeface="Arial Narrow"/>
                <a:cs typeface="Arial Narrow"/>
                <a:sym typeface="Arial Narrow"/>
              </a:rPr>
              <a:t>Worldbank Open Data. </a:t>
            </a:r>
            <a:r>
              <a:rPr lang="en-US" sz="3000" u="sng">
                <a:solidFill>
                  <a:schemeClr val="hlink"/>
                </a:solidFill>
                <a:latin typeface="Arial Narrow"/>
                <a:ea typeface="Arial Narrow"/>
                <a:cs typeface="Arial Narrow"/>
                <a:sym typeface="Arial Narrow"/>
                <a:hlinkClick r:id="rId4"/>
              </a:rPr>
              <a:t>https://data.worldbank.org/indicator/BN.GSR.MRCH.CD?end=2023&amp;locations=US&amp;start=1970&amp;view=chart</a:t>
            </a:r>
            <a:endParaRPr sz="3000">
              <a:solidFill>
                <a:schemeClr val="dk1"/>
              </a:solidFill>
              <a:latin typeface="Arial Narrow"/>
              <a:ea typeface="Arial Narrow"/>
              <a:cs typeface="Arial Narrow"/>
              <a:sym typeface="Arial Narrow"/>
            </a:endParaRPr>
          </a:p>
          <a:p>
            <a:pPr marL="0" marR="0" lvl="0" indent="0" algn="l" rtl="0">
              <a:lnSpc>
                <a:spcPct val="100000"/>
              </a:lnSpc>
              <a:spcBef>
                <a:spcPts val="0"/>
              </a:spcBef>
              <a:spcAft>
                <a:spcPts val="0"/>
              </a:spcAft>
              <a:buClr>
                <a:schemeClr val="dk1"/>
              </a:buClr>
              <a:buSzPts val="3000"/>
              <a:buFont typeface="Arial Narrow"/>
              <a:buNone/>
            </a:pPr>
            <a:r>
              <a:rPr lang="en-US" sz="3000">
                <a:solidFill>
                  <a:schemeClr val="dk1"/>
                </a:solidFill>
                <a:latin typeface="Arial Narrow"/>
                <a:ea typeface="Arial Narrow"/>
                <a:cs typeface="Arial Narrow"/>
                <a:sym typeface="Arial Narrow"/>
              </a:rPr>
              <a:t>FRED</a:t>
            </a:r>
            <a:endParaRPr sz="3000">
              <a:solidFill>
                <a:schemeClr val="dk1"/>
              </a:solidFill>
              <a:latin typeface="Arial Narrow"/>
              <a:ea typeface="Arial Narrow"/>
              <a:cs typeface="Arial Narrow"/>
              <a:sym typeface="Arial Narrow"/>
            </a:endParaRPr>
          </a:p>
          <a:p>
            <a:pPr marL="0" marR="0" lvl="0" indent="0" algn="l" rtl="0">
              <a:lnSpc>
                <a:spcPct val="100000"/>
              </a:lnSpc>
              <a:spcBef>
                <a:spcPts val="0"/>
              </a:spcBef>
              <a:spcAft>
                <a:spcPts val="0"/>
              </a:spcAft>
              <a:buClr>
                <a:schemeClr val="dk1"/>
              </a:buClr>
              <a:buSzPts val="3000"/>
              <a:buFont typeface="Arial Narrow"/>
              <a:buNone/>
            </a:pPr>
            <a:r>
              <a:rPr lang="en-US" sz="2300" u="sng">
                <a:solidFill>
                  <a:schemeClr val="hlink"/>
                </a:solidFill>
                <a:hlinkClick r:id="rId5"/>
              </a:rPr>
              <a:t>Gross Private Domestic Investment (GPDI) | FRED | St. Louis Fed</a:t>
            </a:r>
            <a:endParaRPr sz="4200">
              <a:solidFill>
                <a:schemeClr val="dk1"/>
              </a:solidFill>
              <a:latin typeface="Arial Narrow"/>
              <a:ea typeface="Arial Narrow"/>
              <a:cs typeface="Arial Narrow"/>
              <a:sym typeface="Arial Narrow"/>
            </a:endParaRPr>
          </a:p>
          <a:p>
            <a:pPr marL="0" marR="0" lvl="0" indent="0" algn="l" rtl="0">
              <a:lnSpc>
                <a:spcPct val="100000"/>
              </a:lnSpc>
              <a:spcBef>
                <a:spcPts val="0"/>
              </a:spcBef>
              <a:spcAft>
                <a:spcPts val="0"/>
              </a:spcAft>
              <a:buClr>
                <a:schemeClr val="dk1"/>
              </a:buClr>
              <a:buSzPts val="3000"/>
              <a:buFont typeface="Arial Narrow"/>
              <a:buNone/>
            </a:pPr>
            <a:endParaRPr sz="3000">
              <a:solidFill>
                <a:schemeClr val="dk1"/>
              </a:solidFill>
              <a:latin typeface="Arial Narrow"/>
              <a:ea typeface="Arial Narrow"/>
              <a:cs typeface="Arial Narrow"/>
              <a:sym typeface="Arial Narrow"/>
            </a:endParaRPr>
          </a:p>
        </p:txBody>
      </p:sp>
      <p:sp>
        <p:nvSpPr>
          <p:cNvPr id="162" name="Google Shape;162;p37"/>
          <p:cNvSpPr txBox="1"/>
          <p:nvPr/>
        </p:nvSpPr>
        <p:spPr>
          <a:xfrm>
            <a:off x="33078737" y="30160912"/>
            <a:ext cx="9982200" cy="2030412"/>
          </a:xfrm>
          <a:prstGeom prst="rect">
            <a:avLst/>
          </a:prstGeom>
          <a:noFill/>
          <a:ln>
            <a:noFill/>
          </a:ln>
        </p:spPr>
        <p:txBody>
          <a:bodyPr spcFirstLastPara="1" wrap="square" lIns="457200" tIns="182875" rIns="457200" bIns="457200" anchor="t" anchorCtr="0">
            <a:spAutoFit/>
          </a:bodyPr>
          <a:lstStyle/>
          <a:p>
            <a:pPr marL="0" marR="0" lvl="0" indent="0" algn="l" rtl="0">
              <a:lnSpc>
                <a:spcPct val="100000"/>
              </a:lnSpc>
              <a:spcBef>
                <a:spcPts val="0"/>
              </a:spcBef>
              <a:spcAft>
                <a:spcPts val="0"/>
              </a:spcAft>
              <a:buClr>
                <a:schemeClr val="dk1"/>
              </a:buClr>
              <a:buSzPts val="1800"/>
              <a:buFont typeface="Arial Narrow"/>
              <a:buNone/>
            </a:pPr>
            <a:r>
              <a:rPr lang="en-US" sz="1800" b="0" i="0" u="none">
                <a:solidFill>
                  <a:schemeClr val="dk1"/>
                </a:solidFill>
                <a:latin typeface="Arial Narrow"/>
                <a:ea typeface="Arial Narrow"/>
                <a:cs typeface="Arial Narrow"/>
                <a:sym typeface="Arial Narrow"/>
              </a:rPr>
              <a:t>The University of Maine does not discriminate on the grounds of race, color, religion, sex, sexual orientation, including transgender status and gender expression, national origin, citizenship status, age, disability, genetic information, or veteran status in employment, education, and all other programs and activities. The following person has been designated to handle inquiries regarding nondiscrimination policies: Director, Office of Equal Opportunity, 101 North Stevens Hall, 581.1226, equal.opportunity@maine.edu.</a:t>
            </a:r>
            <a:endParaRPr/>
          </a:p>
        </p:txBody>
      </p:sp>
      <p:sp>
        <p:nvSpPr>
          <p:cNvPr id="163" name="Google Shape;163;p37"/>
          <p:cNvSpPr txBox="1"/>
          <p:nvPr/>
        </p:nvSpPr>
        <p:spPr>
          <a:xfrm>
            <a:off x="885825" y="18532250"/>
            <a:ext cx="9761100" cy="1365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900">
              <a:solidFill>
                <a:schemeClr val="dk1"/>
              </a:solidFill>
            </a:endParaRPr>
          </a:p>
        </p:txBody>
      </p:sp>
      <p:sp>
        <p:nvSpPr>
          <p:cNvPr id="164" name="Google Shape;164;p37"/>
          <p:cNvSpPr txBox="1"/>
          <p:nvPr/>
        </p:nvSpPr>
        <p:spPr>
          <a:xfrm>
            <a:off x="11808975" y="25610925"/>
            <a:ext cx="9668400" cy="656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700" b="1">
                <a:solidFill>
                  <a:schemeClr val="dk1"/>
                </a:solidFill>
              </a:rPr>
              <a:t>GDP</a:t>
            </a:r>
            <a:endParaRPr sz="2700" b="1">
              <a:solidFill>
                <a:schemeClr val="dk1"/>
              </a:solidFill>
            </a:endParaRPr>
          </a:p>
          <a:p>
            <a:pPr marL="0" lvl="0" indent="0" algn="l" rtl="0">
              <a:spcBef>
                <a:spcPts val="0"/>
              </a:spcBef>
              <a:spcAft>
                <a:spcPts val="0"/>
              </a:spcAft>
              <a:buNone/>
            </a:pPr>
            <a:r>
              <a:rPr lang="en-US" sz="2700">
                <a:solidFill>
                  <a:schemeClr val="dk1"/>
                </a:solidFill>
              </a:rPr>
              <a:t>GDP has shown a consistent upward trend over two decades, reflecting strong economic growth, despite temporary slowdowns. Notable periods of flattened growth occurred around 2008-2009, likely due to the global financial crisis, and in 2020, likely due to the COVID-19 pandemic. However, the overall trajectory remains positive.</a:t>
            </a:r>
            <a:endParaRPr sz="2700">
              <a:solidFill>
                <a:schemeClr val="dk1"/>
              </a:solidFill>
            </a:endParaRPr>
          </a:p>
          <a:p>
            <a:pPr marL="0" lvl="0" indent="0" algn="l" rtl="0">
              <a:spcBef>
                <a:spcPts val="0"/>
              </a:spcBef>
              <a:spcAft>
                <a:spcPts val="0"/>
              </a:spcAft>
              <a:buNone/>
            </a:pPr>
            <a:endParaRPr sz="2700">
              <a:solidFill>
                <a:schemeClr val="dk1"/>
              </a:solidFill>
            </a:endParaRPr>
          </a:p>
          <a:p>
            <a:pPr marL="0" lvl="0" indent="0" algn="l" rtl="0">
              <a:spcBef>
                <a:spcPts val="0"/>
              </a:spcBef>
              <a:spcAft>
                <a:spcPts val="0"/>
              </a:spcAft>
              <a:buNone/>
            </a:pPr>
            <a:r>
              <a:rPr lang="en-US" sz="2700" b="1">
                <a:solidFill>
                  <a:schemeClr val="dk1"/>
                </a:solidFill>
              </a:rPr>
              <a:t>Net Trade</a:t>
            </a:r>
            <a:endParaRPr sz="2700">
              <a:solidFill>
                <a:schemeClr val="dk1"/>
              </a:solidFill>
            </a:endParaRPr>
          </a:p>
          <a:p>
            <a:pPr marL="0" lvl="0" indent="0" algn="l" rtl="0">
              <a:spcBef>
                <a:spcPts val="0"/>
              </a:spcBef>
              <a:spcAft>
                <a:spcPts val="0"/>
              </a:spcAft>
              <a:buNone/>
            </a:pPr>
            <a:r>
              <a:rPr lang="en-US" sz="2700">
                <a:solidFill>
                  <a:schemeClr val="dk1"/>
                </a:solidFill>
              </a:rPr>
              <a:t>Remains relatively flat and close to zero throughout the entire period.</a:t>
            </a:r>
            <a:endParaRPr sz="2700">
              <a:solidFill>
                <a:schemeClr val="dk1"/>
              </a:solidFill>
            </a:endParaRPr>
          </a:p>
          <a:p>
            <a:pPr marL="0" lvl="0" indent="0" algn="l" rtl="0">
              <a:spcBef>
                <a:spcPts val="0"/>
              </a:spcBef>
              <a:spcAft>
                <a:spcPts val="0"/>
              </a:spcAft>
              <a:buNone/>
            </a:pPr>
            <a:r>
              <a:rPr lang="en-US" sz="2700">
                <a:solidFill>
                  <a:schemeClr val="dk1"/>
                </a:solidFill>
              </a:rPr>
              <a:t>This suggests that the value of US exports and imports has been roughly balanced for most of the time frame.</a:t>
            </a:r>
            <a:endParaRPr sz="2700">
              <a:solidFill>
                <a:schemeClr val="dk1"/>
              </a:solidFill>
            </a:endParaRPr>
          </a:p>
          <a:p>
            <a:pPr marL="0" lvl="0" indent="0" algn="l" rtl="0">
              <a:spcBef>
                <a:spcPts val="0"/>
              </a:spcBef>
              <a:spcAft>
                <a:spcPts val="0"/>
              </a:spcAft>
              <a:buNone/>
            </a:pPr>
            <a:r>
              <a:rPr lang="en-US" sz="2700">
                <a:solidFill>
                  <a:schemeClr val="dk1"/>
                </a:solidFill>
              </a:rPr>
              <a:t>There are minor fluctuations, but no significant or sustained trends in either direction.</a:t>
            </a:r>
            <a:endParaRPr sz="2700">
              <a:solidFill>
                <a:schemeClr val="dk1"/>
              </a:solidFill>
            </a:endParaRPr>
          </a:p>
        </p:txBody>
      </p:sp>
      <p:sp>
        <p:nvSpPr>
          <p:cNvPr id="165" name="Google Shape;165;p37"/>
          <p:cNvSpPr txBox="1"/>
          <p:nvPr/>
        </p:nvSpPr>
        <p:spPr>
          <a:xfrm>
            <a:off x="11597475" y="12574900"/>
            <a:ext cx="9982200" cy="517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900">
                <a:solidFill>
                  <a:schemeClr val="dk1"/>
                </a:solidFill>
              </a:rPr>
              <a:t>This scatter plot examines the relationship between Net Trade and GDP. Here's a breakdown of the key observations:</a:t>
            </a:r>
            <a:endParaRPr sz="2900">
              <a:solidFill>
                <a:schemeClr val="dk1"/>
              </a:solidFill>
            </a:endParaRPr>
          </a:p>
          <a:p>
            <a:pPr marL="0" lvl="0" indent="0" algn="l" rtl="0">
              <a:spcBef>
                <a:spcPts val="0"/>
              </a:spcBef>
              <a:spcAft>
                <a:spcPts val="0"/>
              </a:spcAft>
              <a:buNone/>
            </a:pPr>
            <a:r>
              <a:rPr lang="en-US" sz="2900">
                <a:solidFill>
                  <a:schemeClr val="dk1"/>
                </a:solidFill>
              </a:rPr>
              <a:t>Trend:  The plot reveals a negative correlation between Net Trade and GDP. This means that as GDP increases, Net Trade tends to decrease. </a:t>
            </a:r>
            <a:endParaRPr sz="2900">
              <a:solidFill>
                <a:schemeClr val="dk1"/>
              </a:solidFill>
            </a:endParaRPr>
          </a:p>
          <a:p>
            <a:pPr marL="0" lvl="0" indent="0" algn="l" rtl="0">
              <a:spcBef>
                <a:spcPts val="0"/>
              </a:spcBef>
              <a:spcAft>
                <a:spcPts val="0"/>
              </a:spcAft>
              <a:buNone/>
            </a:pPr>
            <a:r>
              <a:rPr lang="en-US" sz="2900">
                <a:solidFill>
                  <a:schemeClr val="dk1"/>
                </a:solidFill>
              </a:rPr>
              <a:t>Strength of the Relationship: While there's a clear negative trend, the points aren't tightly clustered around the line. This suggests that the relationship between Net Trade and GDP, while present, is not extremely strong. Other factors  influence GDP  besides Net Trade.</a:t>
            </a:r>
            <a:endParaRPr sz="2900">
              <a:solidFill>
                <a:schemeClr val="dk1"/>
              </a:solidFill>
            </a:endParaRPr>
          </a:p>
        </p:txBody>
      </p:sp>
      <p:sp>
        <p:nvSpPr>
          <p:cNvPr id="166" name="Google Shape;166;p37"/>
          <p:cNvSpPr txBox="1"/>
          <p:nvPr/>
        </p:nvSpPr>
        <p:spPr>
          <a:xfrm>
            <a:off x="786175" y="24841250"/>
            <a:ext cx="9982200" cy="700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600" b="1">
                <a:solidFill>
                  <a:schemeClr val="dk1"/>
                </a:solidFill>
              </a:rPr>
              <a:t>Key Takeaways:</a:t>
            </a:r>
            <a:endParaRPr sz="2600" b="1">
              <a:solidFill>
                <a:schemeClr val="dk1"/>
              </a:solidFill>
            </a:endParaRPr>
          </a:p>
          <a:p>
            <a:pPr marL="0" lvl="0" indent="0" algn="l" rtl="0">
              <a:spcBef>
                <a:spcPts val="0"/>
              </a:spcBef>
              <a:spcAft>
                <a:spcPts val="0"/>
              </a:spcAft>
              <a:buNone/>
            </a:pPr>
            <a:r>
              <a:rPr lang="en-US" sz="2600">
                <a:solidFill>
                  <a:schemeClr val="dk1"/>
                </a:solidFill>
              </a:rPr>
              <a:t>GDP is generally much larger than Net Trade: This reinforces the idea that Net Trade plays a relatively smaller role in the overall US economy compared to GDP.</a:t>
            </a:r>
            <a:endParaRPr sz="2600">
              <a:solidFill>
                <a:schemeClr val="dk1"/>
              </a:solidFill>
            </a:endParaRPr>
          </a:p>
          <a:p>
            <a:pPr marL="0" lvl="0" indent="0" algn="l" rtl="0">
              <a:spcBef>
                <a:spcPts val="0"/>
              </a:spcBef>
              <a:spcAft>
                <a:spcPts val="0"/>
              </a:spcAft>
              <a:buNone/>
            </a:pPr>
            <a:r>
              <a:rPr lang="en-US" sz="2600">
                <a:solidFill>
                  <a:schemeClr val="dk1"/>
                </a:solidFill>
              </a:rPr>
              <a:t>GDP shows greater variability: The higher standard deviation of GDP compared to Net Trade indicates that GDP fluctuates more over time.</a:t>
            </a:r>
            <a:endParaRPr sz="2600">
              <a:solidFill>
                <a:schemeClr val="dk1"/>
              </a:solidFill>
            </a:endParaRPr>
          </a:p>
          <a:p>
            <a:pPr marL="0" lvl="0" indent="0" algn="l" rtl="0">
              <a:spcBef>
                <a:spcPts val="0"/>
              </a:spcBef>
              <a:spcAft>
                <a:spcPts val="0"/>
              </a:spcAft>
              <a:buNone/>
            </a:pPr>
            <a:r>
              <a:rPr lang="en-US" sz="2600">
                <a:solidFill>
                  <a:schemeClr val="dk1"/>
                </a:solidFill>
              </a:rPr>
              <a:t>Consistent Trade Deficit: The negative mean and median for Net Trade suggest a persistent trade deficit for the US during the analyzed period.</a:t>
            </a:r>
            <a:endParaRPr sz="2600">
              <a:solidFill>
                <a:schemeClr val="dk1"/>
              </a:solidFill>
            </a:endParaRPr>
          </a:p>
        </p:txBody>
      </p:sp>
      <p:sp>
        <p:nvSpPr>
          <p:cNvPr id="168" name="Google Shape;168;p37"/>
          <p:cNvSpPr txBox="1"/>
          <p:nvPr/>
        </p:nvSpPr>
        <p:spPr>
          <a:xfrm>
            <a:off x="22517975" y="26409750"/>
            <a:ext cx="9511500" cy="579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900" dirty="0">
                <a:solidFill>
                  <a:schemeClr val="dk1"/>
                </a:solidFill>
              </a:rPr>
              <a:t>For every unit increase in </a:t>
            </a:r>
            <a:r>
              <a:rPr lang="en-US" sz="2900" dirty="0" err="1">
                <a:solidFill>
                  <a:schemeClr val="dk1"/>
                </a:solidFill>
              </a:rPr>
              <a:t>Lagged_Net_Trade</a:t>
            </a:r>
            <a:r>
              <a:rPr lang="en-US" sz="2900" dirty="0">
                <a:solidFill>
                  <a:schemeClr val="dk1"/>
                </a:solidFill>
              </a:rPr>
              <a:t>, GDP decreases by 0.208 units, holding Years constant. This negative coefficient suggests a slight inverse relationship between </a:t>
            </a:r>
            <a:r>
              <a:rPr lang="en-US" sz="2900" dirty="0" err="1">
                <a:solidFill>
                  <a:schemeClr val="dk1"/>
                </a:solidFill>
              </a:rPr>
              <a:t>Lagged_Net_Trade</a:t>
            </a:r>
            <a:r>
              <a:rPr lang="en-US" sz="2900" dirty="0">
                <a:solidFill>
                  <a:schemeClr val="dk1"/>
                </a:solidFill>
              </a:rPr>
              <a:t> and GDP.</a:t>
            </a:r>
            <a:endParaRPr sz="2900" dirty="0">
              <a:solidFill>
                <a:schemeClr val="dk1"/>
              </a:solidFill>
            </a:endParaRPr>
          </a:p>
          <a:p>
            <a:pPr marL="0" lvl="0" indent="0" algn="l" rtl="0">
              <a:spcBef>
                <a:spcPts val="0"/>
              </a:spcBef>
              <a:spcAft>
                <a:spcPts val="0"/>
              </a:spcAft>
              <a:buNone/>
            </a:pPr>
            <a:r>
              <a:rPr lang="en-US" sz="2900" dirty="0">
                <a:solidFill>
                  <a:schemeClr val="dk1"/>
                </a:solidFill>
              </a:rPr>
              <a:t>This relationship is statistically significant at the 1% level (p &lt; 0.01). There is robust evidence supporting this inverse relationship.</a:t>
            </a:r>
            <a:endParaRPr sz="2900" dirty="0">
              <a:solidFill>
                <a:schemeClr val="dk1"/>
              </a:solidFill>
            </a:endParaRPr>
          </a:p>
          <a:p>
            <a:pPr marL="0" lvl="0" indent="0" algn="l" rtl="0">
              <a:spcBef>
                <a:spcPts val="0"/>
              </a:spcBef>
              <a:spcAft>
                <a:spcPts val="0"/>
              </a:spcAft>
              <a:buNone/>
            </a:pPr>
            <a:endParaRPr sz="2900" dirty="0">
              <a:solidFill>
                <a:schemeClr val="dk1"/>
              </a:solidFill>
            </a:endParaRPr>
          </a:p>
          <a:p>
            <a:pPr marL="0" lvl="0" indent="0" algn="l" rtl="0">
              <a:spcBef>
                <a:spcPts val="0"/>
              </a:spcBef>
              <a:spcAft>
                <a:spcPts val="0"/>
              </a:spcAft>
              <a:buNone/>
            </a:pPr>
            <a:r>
              <a:rPr lang="en-US" sz="2900" dirty="0">
                <a:solidFill>
                  <a:schemeClr val="dk1"/>
                </a:solidFill>
              </a:rPr>
              <a:t>For every one-year increase, GDP increases by 13.077 units, holding </a:t>
            </a:r>
            <a:r>
              <a:rPr lang="en-US" sz="2900" dirty="0" err="1">
                <a:solidFill>
                  <a:schemeClr val="dk1"/>
                </a:solidFill>
              </a:rPr>
              <a:t>Lagged_Net_Trade</a:t>
            </a:r>
            <a:r>
              <a:rPr lang="en-US" sz="2900" dirty="0">
                <a:solidFill>
                  <a:schemeClr val="dk1"/>
                </a:solidFill>
              </a:rPr>
              <a:t> constant. This positive coefficient implies that GDP has been growing over time, regardless of changes in net trade.</a:t>
            </a:r>
            <a:endParaRPr sz="2900" dirty="0">
              <a:solidFill>
                <a:schemeClr val="dk1"/>
              </a:solidFill>
            </a:endParaRPr>
          </a:p>
        </p:txBody>
      </p:sp>
      <p:sp>
        <p:nvSpPr>
          <p:cNvPr id="170" name="Google Shape;170;p37"/>
          <p:cNvSpPr txBox="1"/>
          <p:nvPr/>
        </p:nvSpPr>
        <p:spPr>
          <a:xfrm>
            <a:off x="33348250" y="15059925"/>
            <a:ext cx="9511500" cy="1134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dirty="0">
                <a:solidFill>
                  <a:schemeClr val="dk1"/>
                </a:solidFill>
              </a:rPr>
              <a:t>The regression analysis indicates that for every unit increase in the differenced net trade, GDP is expected to increase by approximately 0.001 units, holding other factors constant. Each additional year is associated with an increase in GDP by approximately </a:t>
            </a:r>
            <a:r>
              <a:rPr lang="en-US" sz="3000">
                <a:solidFill>
                  <a:schemeClr val="dk1"/>
                </a:solidFill>
              </a:rPr>
              <a:t>0.921 units. </a:t>
            </a:r>
            <a:r>
              <a:rPr lang="en-US" sz="3000" dirty="0">
                <a:solidFill>
                  <a:schemeClr val="dk1"/>
                </a:solidFill>
              </a:rPr>
              <a:t>Time trend is not statistically significant. For every unit increase in the differenced GDP deflator, GDP is expected to increase by approximately 250.937 units, indicating that changes in price levels have a substantial positive impact on GDP. Conversely, for every unit increase in the differenced interest rate, GDP is expected to decrease by approximately 23.416 units, suggesting that higher interest rates reduce GDP. Similarly, a unit increase in the differenced unemployment rate leads to a decrease in GDP by approximately 101.050 units, highlighting the negative impact of higher unemployment. Additionally, for every unit increase in the differenced gross private domestic investment, GDP is expected to increase by approximately 1.203 units, indicating a positive relationship. Overall, the model underscores the significant positive contributions of time, inflation, and private investment to GDP, while higher interest rates and unemployment negatively impact GDP.</a:t>
            </a:r>
            <a:endParaRPr sz="3000" dirty="0">
              <a:solidFill>
                <a:schemeClr val="dk1"/>
              </a:solidFill>
            </a:endParaRPr>
          </a:p>
        </p:txBody>
      </p:sp>
      <p:sp>
        <p:nvSpPr>
          <p:cNvPr id="171" name="Google Shape;171;p37"/>
          <p:cNvSpPr txBox="1"/>
          <p:nvPr/>
        </p:nvSpPr>
        <p:spPr>
          <a:xfrm>
            <a:off x="754800" y="6282175"/>
            <a:ext cx="9982200" cy="1116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900">
                <a:solidFill>
                  <a:schemeClr val="dk1"/>
                </a:solidFill>
              </a:rPr>
              <a:t>This study investigates the relationship between economic growth, measured by Gross Domestic Product (GDP), and trade volumes, specifically net trade, in the United States from 1993 to 2023. Using data from FRED and the World Bank, the analysis evaluates the correlation between these variables to understand their interplay and implications for economic policies. While GDP has demonstrated consistent growth over the period, net trade has remained relatively flat, reflecting a persistent trade deficit. Statistical analyses reveal a slight negative correlation between net trade and GDP, indicating that as GDP increases, net trade tends to decrease. The regression analysis further highlights that for every unit increase in the differenced net trade, GDP is expected to increase by approximately 0.005 units, holding other factors constant. Furthermore, regression models suggest that factors such as time, inflation, and private investment positively influence GDP, whereas higher interest rates and unemployment negatively impact economic growth.</a:t>
            </a:r>
            <a:endParaRPr sz="2900">
              <a:solidFill>
                <a:schemeClr val="dk1"/>
              </a:solidFill>
            </a:endParaRPr>
          </a:p>
          <a:p>
            <a:pPr marL="0" lvl="0" indent="0" algn="l" rtl="0">
              <a:spcBef>
                <a:spcPts val="0"/>
              </a:spcBef>
              <a:spcAft>
                <a:spcPts val="0"/>
              </a:spcAft>
              <a:buNone/>
            </a:pPr>
            <a:endParaRPr sz="2900">
              <a:solidFill>
                <a:schemeClr val="dk1"/>
              </a:solidFill>
            </a:endParaRPr>
          </a:p>
          <a:p>
            <a:pPr marL="0" lvl="0" indent="0" algn="l" rtl="0">
              <a:spcBef>
                <a:spcPts val="0"/>
              </a:spcBef>
              <a:spcAft>
                <a:spcPts val="0"/>
              </a:spcAft>
              <a:buNone/>
            </a:pPr>
            <a:r>
              <a:rPr lang="en-US" sz="2900">
                <a:solidFill>
                  <a:schemeClr val="dk1"/>
                </a:solidFill>
              </a:rPr>
              <a:t>Purpose: To identify whether a correlation exists between the two variables, meaning that changes in trade volumes might correlate with changes in economic growth (GDP).</a:t>
            </a:r>
            <a:endParaRPr sz="2900">
              <a:solidFill>
                <a:schemeClr val="dk1"/>
              </a:solidFill>
            </a:endParaRPr>
          </a:p>
          <a:p>
            <a:pPr marL="0" lvl="0" indent="0" algn="l" rtl="0">
              <a:spcBef>
                <a:spcPts val="0"/>
              </a:spcBef>
              <a:spcAft>
                <a:spcPts val="0"/>
              </a:spcAft>
              <a:buNone/>
            </a:pPr>
            <a:endParaRPr sz="2900">
              <a:solidFill>
                <a:schemeClr val="dk1"/>
              </a:solidFill>
            </a:endParaRPr>
          </a:p>
          <a:p>
            <a:pPr marL="0" lvl="0" indent="0" algn="l" rtl="0">
              <a:spcBef>
                <a:spcPts val="0"/>
              </a:spcBef>
              <a:spcAft>
                <a:spcPts val="0"/>
              </a:spcAft>
              <a:buNone/>
            </a:pPr>
            <a:endParaRPr sz="2900">
              <a:solidFill>
                <a:schemeClr val="dk1"/>
              </a:solidFill>
            </a:endParaRPr>
          </a:p>
        </p:txBody>
      </p:sp>
      <p:pic>
        <p:nvPicPr>
          <p:cNvPr id="172" name="Google Shape;172;p37"/>
          <p:cNvPicPr preferRelativeResize="0"/>
          <p:nvPr/>
        </p:nvPicPr>
        <p:blipFill rotWithShape="1">
          <a:blip r:embed="rId6">
            <a:alphaModFix/>
          </a:blip>
          <a:srcRect b="41345"/>
          <a:stretch/>
        </p:blipFill>
        <p:spPr>
          <a:xfrm>
            <a:off x="839475" y="18220225"/>
            <a:ext cx="9761099" cy="5792700"/>
          </a:xfrm>
          <a:prstGeom prst="rect">
            <a:avLst/>
          </a:prstGeom>
          <a:noFill/>
          <a:ln>
            <a:noFill/>
          </a:ln>
        </p:spPr>
      </p:pic>
      <p:pic>
        <p:nvPicPr>
          <p:cNvPr id="173" name="Google Shape;173;p37"/>
          <p:cNvPicPr preferRelativeResize="0"/>
          <p:nvPr/>
        </p:nvPicPr>
        <p:blipFill>
          <a:blip r:embed="rId7">
            <a:alphaModFix/>
          </a:blip>
          <a:stretch>
            <a:fillRect/>
          </a:stretch>
        </p:blipFill>
        <p:spPr>
          <a:xfrm>
            <a:off x="11600375" y="6248400"/>
            <a:ext cx="9761100" cy="6288900"/>
          </a:xfrm>
          <a:prstGeom prst="rect">
            <a:avLst/>
          </a:prstGeom>
          <a:noFill/>
          <a:ln>
            <a:noFill/>
          </a:ln>
        </p:spPr>
      </p:pic>
      <p:pic>
        <p:nvPicPr>
          <p:cNvPr id="174" name="Google Shape;174;p37"/>
          <p:cNvPicPr preferRelativeResize="0"/>
          <p:nvPr/>
        </p:nvPicPr>
        <p:blipFill>
          <a:blip r:embed="rId8">
            <a:alphaModFix/>
          </a:blip>
          <a:stretch>
            <a:fillRect/>
          </a:stretch>
        </p:blipFill>
        <p:spPr>
          <a:xfrm>
            <a:off x="11635575" y="18331350"/>
            <a:ext cx="9761100" cy="7777800"/>
          </a:xfrm>
          <a:prstGeom prst="rect">
            <a:avLst/>
          </a:prstGeom>
          <a:noFill/>
          <a:ln>
            <a:noFill/>
          </a:ln>
        </p:spPr>
      </p:pic>
      <p:pic>
        <p:nvPicPr>
          <p:cNvPr id="175" name="Google Shape;175;p37"/>
          <p:cNvPicPr preferRelativeResize="0"/>
          <p:nvPr/>
        </p:nvPicPr>
        <p:blipFill rotWithShape="1">
          <a:blip r:embed="rId9">
            <a:alphaModFix/>
          </a:blip>
          <a:srcRect l="23128" r="23581" b="19361"/>
          <a:stretch/>
        </p:blipFill>
        <p:spPr>
          <a:xfrm>
            <a:off x="22286925" y="6629400"/>
            <a:ext cx="9982199" cy="6288900"/>
          </a:xfrm>
          <a:prstGeom prst="rect">
            <a:avLst/>
          </a:prstGeom>
          <a:noFill/>
          <a:ln>
            <a:noFill/>
          </a:ln>
        </p:spPr>
      </p:pic>
      <p:sp>
        <p:nvSpPr>
          <p:cNvPr id="176" name="Google Shape;176;p37"/>
          <p:cNvSpPr txBox="1"/>
          <p:nvPr/>
        </p:nvSpPr>
        <p:spPr>
          <a:xfrm>
            <a:off x="22489150" y="14164225"/>
            <a:ext cx="9761100" cy="328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900">
                <a:solidFill>
                  <a:schemeClr val="dk1"/>
                </a:solidFill>
              </a:rPr>
              <a:t>The regression analysis of net trade on GDP indicates that for every unit increase in lagged net trade (Lagged_Net_Trade), GDP is expected to decrease by approximately 0.21 units, holding other factors constant. This relationship is highly significant (p &lt; 0.001), suggesting a strong negative impact of lagged net trade on GDP.</a:t>
            </a:r>
            <a:endParaRPr sz="2900">
              <a:solidFill>
                <a:schemeClr val="dk1"/>
              </a:solidFill>
            </a:endParaRPr>
          </a:p>
        </p:txBody>
      </p:sp>
      <p:pic>
        <p:nvPicPr>
          <p:cNvPr id="7" name="Picture 6">
            <a:extLst>
              <a:ext uri="{FF2B5EF4-FFF2-40B4-BE49-F238E27FC236}">
                <a16:creationId xmlns:a16="http://schemas.microsoft.com/office/drawing/2014/main" id="{483CB3D5-6B84-9B2F-C94E-82B31606C3F8}"/>
              </a:ext>
            </a:extLst>
          </p:cNvPr>
          <p:cNvPicPr>
            <a:picLocks noChangeAspect="1"/>
          </p:cNvPicPr>
          <p:nvPr/>
        </p:nvPicPr>
        <p:blipFill>
          <a:blip r:embed="rId10"/>
          <a:stretch>
            <a:fillRect/>
          </a:stretch>
        </p:blipFill>
        <p:spPr>
          <a:xfrm>
            <a:off x="22715450" y="19537862"/>
            <a:ext cx="9233466" cy="6871888"/>
          </a:xfrm>
          <a:prstGeom prst="rect">
            <a:avLst/>
          </a:prstGeom>
        </p:spPr>
      </p:pic>
      <p:pic>
        <p:nvPicPr>
          <p:cNvPr id="11" name="Picture 10">
            <a:extLst>
              <a:ext uri="{FF2B5EF4-FFF2-40B4-BE49-F238E27FC236}">
                <a16:creationId xmlns:a16="http://schemas.microsoft.com/office/drawing/2014/main" id="{EE266723-F8E5-E557-C92A-E3EC2EC6339D}"/>
              </a:ext>
            </a:extLst>
          </p:cNvPr>
          <p:cNvPicPr>
            <a:picLocks noChangeAspect="1"/>
          </p:cNvPicPr>
          <p:nvPr/>
        </p:nvPicPr>
        <p:blipFill>
          <a:blip r:embed="rId11"/>
          <a:stretch>
            <a:fillRect/>
          </a:stretch>
        </p:blipFill>
        <p:spPr>
          <a:xfrm>
            <a:off x="33098650" y="6143626"/>
            <a:ext cx="9761100" cy="8781538"/>
          </a:xfrm>
          <a:prstGeom prst="rect">
            <a:avLst/>
          </a:prstGeom>
        </p:spPr>
      </p:pic>
    </p:spTree>
  </p:cSld>
  <p:clrMapOvr>
    <a:masterClrMapping/>
  </p:clrMapOvr>
</p:sld>
</file>

<file path=ppt/theme/theme1.xml><?xml version="1.0" encoding="utf-8"?>
<a:theme xmlns:a="http://schemas.openxmlformats.org/drawingml/2006/main" name="Custom Design">
  <a:themeElements>
    <a:clrScheme name="Custom 1">
      <a:dk1>
        <a:srgbClr val="13263E"/>
      </a:dk1>
      <a:lt1>
        <a:srgbClr val="FFFFFF"/>
      </a:lt1>
      <a:dk2>
        <a:srgbClr val="13263E"/>
      </a:dk2>
      <a:lt2>
        <a:srgbClr val="FFFFFF"/>
      </a:lt2>
      <a:accent1>
        <a:srgbClr val="79BDE8"/>
      </a:accent1>
      <a:accent2>
        <a:srgbClr val="13263E"/>
      </a:accent2>
      <a:accent3>
        <a:srgbClr val="79BDE8"/>
      </a:accent3>
      <a:accent4>
        <a:srgbClr val="13263E"/>
      </a:accent4>
      <a:accent5>
        <a:srgbClr val="E8E8E8"/>
      </a:accent5>
      <a:accent6>
        <a:srgbClr val="13263E"/>
      </a:accent6>
      <a:hlink>
        <a:srgbClr val="79BDE8"/>
      </a:hlink>
      <a:folHlink>
        <a:srgbClr val="79BD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1044</Words>
  <Application>Microsoft Office PowerPoint</Application>
  <PresentationFormat>Custom</PresentationFormat>
  <Paragraphs>37</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 Narrow</vt:lpstr>
      <vt:lpstr>Arial</vt:lpstr>
      <vt:lpstr>Arial Black</vt:lpstr>
      <vt:lpstr>Custom Design</vt:lpstr>
      <vt:lpstr>1_Custom Design</vt:lpstr>
      <vt:lpstr>2_Custom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Ibrahim Benyi Quansah</cp:lastModifiedBy>
  <cp:revision>1</cp:revision>
  <dcterms:modified xsi:type="dcterms:W3CDTF">2025-05-17T04:53:13Z</dcterms:modified>
</cp:coreProperties>
</file>